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69" r:id="rId3"/>
    <p:sldId id="257" r:id="rId4"/>
    <p:sldId id="272" r:id="rId5"/>
    <p:sldId id="258" r:id="rId6"/>
    <p:sldId id="287" r:id="rId7"/>
    <p:sldId id="259" r:id="rId8"/>
    <p:sldId id="284" r:id="rId9"/>
    <p:sldId id="273" r:id="rId10"/>
    <p:sldId id="286" r:id="rId11"/>
    <p:sldId id="285" r:id="rId12"/>
    <p:sldId id="288" r:id="rId13"/>
    <p:sldId id="265" r:id="rId14"/>
    <p:sldId id="289" r:id="rId15"/>
    <p:sldId id="282" r:id="rId16"/>
    <p:sldId id="278" r:id="rId17"/>
    <p:sldId id="279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99"/>
    <a:srgbClr val="0066FF"/>
    <a:srgbClr val="9966FF"/>
    <a:srgbClr val="996600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607282-EDF0-4540-8A46-25382463C5E2}" v="3" dt="2026-08-25T05:48:04.3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nesh Abburi" userId="ae2190304c8bc6ad" providerId="LiveId" clId="{FB8C4902-EB0D-4384-A140-9C44D51DBDEC}"/>
    <pc:docChg chg="undo custSel addSld delSld modSld sldOrd">
      <pc:chgData name="Ganesh Abburi" userId="ae2190304c8bc6ad" providerId="LiveId" clId="{FB8C4902-EB0D-4384-A140-9C44D51DBDEC}" dt="2026-08-25T05:48:56.124" v="439" actId="20577"/>
      <pc:docMkLst>
        <pc:docMk/>
      </pc:docMkLst>
      <pc:sldChg chg="addSp modSp mod">
        <pc:chgData name="Ganesh Abburi" userId="ae2190304c8bc6ad" providerId="LiveId" clId="{FB8C4902-EB0D-4384-A140-9C44D51DBDEC}" dt="2026-08-25T05:48:11.215" v="429" actId="113"/>
        <pc:sldMkLst>
          <pc:docMk/>
          <pc:sldMk cId="0" sldId="256"/>
        </pc:sldMkLst>
        <pc:spChg chg="add mod">
          <ac:chgData name="Ganesh Abburi" userId="ae2190304c8bc6ad" providerId="LiveId" clId="{FB8C4902-EB0D-4384-A140-9C44D51DBDEC}" dt="2026-08-12T15:25:35.576" v="311" actId="404"/>
          <ac:spMkLst>
            <pc:docMk/>
            <pc:sldMk cId="0" sldId="256"/>
            <ac:spMk id="2" creationId="{5970FB18-935B-7DBF-7936-D224767E31C6}"/>
          </ac:spMkLst>
        </pc:spChg>
        <pc:spChg chg="mod">
          <ac:chgData name="Ganesh Abburi" userId="ae2190304c8bc6ad" providerId="LiveId" clId="{FB8C4902-EB0D-4384-A140-9C44D51DBDEC}" dt="2026-08-12T15:25:30.896" v="310" actId="404"/>
          <ac:spMkLst>
            <pc:docMk/>
            <pc:sldMk cId="0" sldId="256"/>
            <ac:spMk id="3" creationId="{5001C5DD-9BA9-EED2-60B4-D93662ED832C}"/>
          </ac:spMkLst>
        </pc:spChg>
        <pc:spChg chg="mod">
          <ac:chgData name="Ganesh Abburi" userId="ae2190304c8bc6ad" providerId="LiveId" clId="{FB8C4902-EB0D-4384-A140-9C44D51DBDEC}" dt="2026-08-25T05:48:11.215" v="429" actId="113"/>
          <ac:spMkLst>
            <pc:docMk/>
            <pc:sldMk cId="0" sldId="256"/>
            <ac:spMk id="1048576" creationId="{00000000-0000-0000-0000-000000000000}"/>
          </ac:spMkLst>
        </pc:spChg>
      </pc:sldChg>
      <pc:sldChg chg="modSp mod">
        <pc:chgData name="Ganesh Abburi" userId="ae2190304c8bc6ad" providerId="LiveId" clId="{FB8C4902-EB0D-4384-A140-9C44D51DBDEC}" dt="2026-08-12T15:24:05.665" v="307" actId="1076"/>
        <pc:sldMkLst>
          <pc:docMk/>
          <pc:sldMk cId="0" sldId="259"/>
        </pc:sldMkLst>
        <pc:picChg chg="mod">
          <ac:chgData name="Ganesh Abburi" userId="ae2190304c8bc6ad" providerId="LiveId" clId="{FB8C4902-EB0D-4384-A140-9C44D51DBDEC}" dt="2026-08-12T15:23:59.489" v="306" actId="1076"/>
          <ac:picMkLst>
            <pc:docMk/>
            <pc:sldMk cId="0" sldId="259"/>
            <ac:picMk id="2097158" creationId="{00000000-0000-0000-0000-000000000000}"/>
          </ac:picMkLst>
        </pc:picChg>
        <pc:picChg chg="mod">
          <ac:chgData name="Ganesh Abburi" userId="ae2190304c8bc6ad" providerId="LiveId" clId="{FB8C4902-EB0D-4384-A140-9C44D51DBDEC}" dt="2026-08-12T15:24:05.665" v="307" actId="1076"/>
          <ac:picMkLst>
            <pc:docMk/>
            <pc:sldMk cId="0" sldId="259"/>
            <ac:picMk id="2097159" creationId="{00000000-0000-0000-0000-000000000000}"/>
          </ac:picMkLst>
        </pc:picChg>
      </pc:sldChg>
      <pc:sldChg chg="modSp mod">
        <pc:chgData name="Ganesh Abburi" userId="ae2190304c8bc6ad" providerId="LiveId" clId="{FB8C4902-EB0D-4384-A140-9C44D51DBDEC}" dt="2026-08-25T05:46:57.112" v="426" actId="1076"/>
        <pc:sldMkLst>
          <pc:docMk/>
          <pc:sldMk cId="0" sldId="265"/>
        </pc:sldMkLst>
        <pc:spChg chg="mod">
          <ac:chgData name="Ganesh Abburi" userId="ae2190304c8bc6ad" providerId="LiveId" clId="{FB8C4902-EB0D-4384-A140-9C44D51DBDEC}" dt="2026-08-25T05:45:55.626" v="424" actId="20577"/>
          <ac:spMkLst>
            <pc:docMk/>
            <pc:sldMk cId="0" sldId="265"/>
            <ac:spMk id="5" creationId="{AA1A1442-AA00-297A-5CFE-D1B9037715C1}"/>
          </ac:spMkLst>
        </pc:spChg>
        <pc:spChg chg="mod">
          <ac:chgData name="Ganesh Abburi" userId="ae2190304c8bc6ad" providerId="LiveId" clId="{FB8C4902-EB0D-4384-A140-9C44D51DBDEC}" dt="2026-08-25T05:46:57.112" v="426" actId="1076"/>
          <ac:spMkLst>
            <pc:docMk/>
            <pc:sldMk cId="0" sldId="265"/>
            <ac:spMk id="1048595" creationId="{00000000-0000-0000-0000-000000000000}"/>
          </ac:spMkLst>
        </pc:spChg>
      </pc:sldChg>
      <pc:sldChg chg="modSp mod">
        <pc:chgData name="Ganesh Abburi" userId="ae2190304c8bc6ad" providerId="LiveId" clId="{FB8C4902-EB0D-4384-A140-9C44D51DBDEC}" dt="2026-08-25T05:48:56.124" v="439" actId="20577"/>
        <pc:sldMkLst>
          <pc:docMk/>
          <pc:sldMk cId="2345662169" sldId="278"/>
        </pc:sldMkLst>
        <pc:spChg chg="mod">
          <ac:chgData name="Ganesh Abburi" userId="ae2190304c8bc6ad" providerId="LiveId" clId="{FB8C4902-EB0D-4384-A140-9C44D51DBDEC}" dt="2026-08-25T05:48:56.124" v="439" actId="20577"/>
          <ac:spMkLst>
            <pc:docMk/>
            <pc:sldMk cId="2345662169" sldId="278"/>
            <ac:spMk id="3" creationId="{CDAEDF0A-5DE1-3F71-6041-865D011EF6B8}"/>
          </ac:spMkLst>
        </pc:spChg>
      </pc:sldChg>
      <pc:sldChg chg="modSp mod">
        <pc:chgData name="Ganesh Abburi" userId="ae2190304c8bc6ad" providerId="LiveId" clId="{FB8C4902-EB0D-4384-A140-9C44D51DBDEC}" dt="2026-08-12T15:25:13.468" v="309" actId="255"/>
        <pc:sldMkLst>
          <pc:docMk/>
          <pc:sldMk cId="365654269" sldId="279"/>
        </pc:sldMkLst>
        <pc:spChg chg="mod">
          <ac:chgData name="Ganesh Abburi" userId="ae2190304c8bc6ad" providerId="LiveId" clId="{FB8C4902-EB0D-4384-A140-9C44D51DBDEC}" dt="2026-08-12T15:25:13.468" v="309" actId="255"/>
          <ac:spMkLst>
            <pc:docMk/>
            <pc:sldMk cId="365654269" sldId="279"/>
            <ac:spMk id="2" creationId="{35F992CE-17CC-C2DE-651D-B4D03BF9D71D}"/>
          </ac:spMkLst>
        </pc:spChg>
      </pc:sldChg>
      <pc:sldChg chg="modSp mod">
        <pc:chgData name="Ganesh Abburi" userId="ae2190304c8bc6ad" providerId="LiveId" clId="{FB8C4902-EB0D-4384-A140-9C44D51DBDEC}" dt="2026-08-20T04:14:54.293" v="327" actId="1076"/>
        <pc:sldMkLst>
          <pc:docMk/>
          <pc:sldMk cId="1070967964" sldId="282"/>
        </pc:sldMkLst>
        <pc:picChg chg="mod">
          <ac:chgData name="Ganesh Abburi" userId="ae2190304c8bc6ad" providerId="LiveId" clId="{FB8C4902-EB0D-4384-A140-9C44D51DBDEC}" dt="2026-08-20T04:14:54.293" v="327" actId="1076"/>
          <ac:picMkLst>
            <pc:docMk/>
            <pc:sldMk cId="1070967964" sldId="282"/>
            <ac:picMk id="2097169" creationId="{72741393-A02E-4E16-486E-0CBE2709A5BD}"/>
          </ac:picMkLst>
        </pc:picChg>
      </pc:sldChg>
      <pc:sldChg chg="addSp delSp modSp mod">
        <pc:chgData name="Ganesh Abburi" userId="ae2190304c8bc6ad" providerId="LiveId" clId="{FB8C4902-EB0D-4384-A140-9C44D51DBDEC}" dt="2026-08-20T04:26:02.057" v="338" actId="14100"/>
        <pc:sldMkLst>
          <pc:docMk/>
          <pc:sldMk cId="2422711563" sldId="284"/>
        </pc:sldMkLst>
        <pc:picChg chg="add mod">
          <ac:chgData name="Ganesh Abburi" userId="ae2190304c8bc6ad" providerId="LiveId" clId="{FB8C4902-EB0D-4384-A140-9C44D51DBDEC}" dt="2026-08-20T04:26:02.057" v="338" actId="14100"/>
          <ac:picMkLst>
            <pc:docMk/>
            <pc:sldMk cId="2422711563" sldId="284"/>
            <ac:picMk id="6" creationId="{C21266DD-73E8-4247-7A89-C6BFDF021490}"/>
          </ac:picMkLst>
        </pc:picChg>
      </pc:sldChg>
      <pc:sldChg chg="addSp delSp modSp new mod ord">
        <pc:chgData name="Ganesh Abburi" userId="ae2190304c8bc6ad" providerId="LiveId" clId="{FB8C4902-EB0D-4384-A140-9C44D51DBDEC}" dt="2026-08-20T03:54:51.283" v="326"/>
        <pc:sldMkLst>
          <pc:docMk/>
          <pc:sldMk cId="2100043255" sldId="287"/>
        </pc:sldMkLst>
        <pc:spChg chg="add mod">
          <ac:chgData name="Ganesh Abburi" userId="ae2190304c8bc6ad" providerId="LiveId" clId="{FB8C4902-EB0D-4384-A140-9C44D51DBDEC}" dt="2026-08-20T03:23:30.783" v="324" actId="1076"/>
          <ac:spMkLst>
            <pc:docMk/>
            <pc:sldMk cId="2100043255" sldId="287"/>
            <ac:spMk id="5" creationId="{D2256BF9-E52D-DAD3-ED9E-EE1819B7BDD0}"/>
          </ac:spMkLst>
        </pc:spChg>
        <pc:graphicFrameChg chg="add mod">
          <ac:chgData name="Ganesh Abburi" userId="ae2190304c8bc6ad" providerId="LiveId" clId="{FB8C4902-EB0D-4384-A140-9C44D51DBDEC}" dt="2026-08-12T15:23:36.582" v="302" actId="1076"/>
          <ac:graphicFrameMkLst>
            <pc:docMk/>
            <pc:sldMk cId="2100043255" sldId="287"/>
            <ac:graphicFrameMk id="7" creationId="{E1A84F8E-C7D8-B244-2060-170513675A71}"/>
          </ac:graphicFrameMkLst>
        </pc:graphicFrameChg>
        <pc:picChg chg="add mod">
          <ac:chgData name="Ganesh Abburi" userId="ae2190304c8bc6ad" providerId="LiveId" clId="{FB8C4902-EB0D-4384-A140-9C44D51DBDEC}" dt="2026-08-12T15:23:54.172" v="305" actId="1076"/>
          <ac:picMkLst>
            <pc:docMk/>
            <pc:sldMk cId="2100043255" sldId="287"/>
            <ac:picMk id="9" creationId="{D547E482-9C63-B1D7-43D7-D98EC0C0C78A}"/>
          </ac:picMkLst>
        </pc:picChg>
        <pc:picChg chg="add">
          <ac:chgData name="Ganesh Abburi" userId="ae2190304c8bc6ad" providerId="LiveId" clId="{FB8C4902-EB0D-4384-A140-9C44D51DBDEC}" dt="2026-08-12T15:24:12.043" v="308" actId="22"/>
          <ac:picMkLst>
            <pc:docMk/>
            <pc:sldMk cId="2100043255" sldId="287"/>
            <ac:picMk id="11" creationId="{7ACCB4F8-E532-FF3F-0048-92040DFE95C7}"/>
          </ac:picMkLst>
        </pc:picChg>
      </pc:sldChg>
      <pc:sldChg chg="addSp modSp new mod">
        <pc:chgData name="Ganesh Abburi" userId="ae2190304c8bc6ad" providerId="LiveId" clId="{FB8C4902-EB0D-4384-A140-9C44D51DBDEC}" dt="2026-08-20T04:34:59.337" v="369"/>
        <pc:sldMkLst>
          <pc:docMk/>
          <pc:sldMk cId="744860843" sldId="288"/>
        </pc:sldMkLst>
        <pc:spChg chg="add mod">
          <ac:chgData name="Ganesh Abburi" userId="ae2190304c8bc6ad" providerId="LiveId" clId="{FB8C4902-EB0D-4384-A140-9C44D51DBDEC}" dt="2026-08-20T04:34:59.337" v="369"/>
          <ac:spMkLst>
            <pc:docMk/>
            <pc:sldMk cId="744860843" sldId="288"/>
            <ac:spMk id="11" creationId="{88E74EED-2462-B46C-02CE-885078EE3E0F}"/>
          </ac:spMkLst>
        </pc:spChg>
        <pc:picChg chg="add mod">
          <ac:chgData name="Ganesh Abburi" userId="ae2190304c8bc6ad" providerId="LiveId" clId="{FB8C4902-EB0D-4384-A140-9C44D51DBDEC}" dt="2026-08-20T04:34:16.550" v="357" actId="14100"/>
          <ac:picMkLst>
            <pc:docMk/>
            <pc:sldMk cId="744860843" sldId="288"/>
            <ac:picMk id="3" creationId="{781276C6-FA6B-69F0-03AD-9B219D2B429A}"/>
          </ac:picMkLst>
        </pc:picChg>
        <pc:picChg chg="add mod">
          <ac:chgData name="Ganesh Abburi" userId="ae2190304c8bc6ad" providerId="LiveId" clId="{FB8C4902-EB0D-4384-A140-9C44D51DBDEC}" dt="2026-08-20T04:34:20.081" v="358" actId="14100"/>
          <ac:picMkLst>
            <pc:docMk/>
            <pc:sldMk cId="744860843" sldId="288"/>
            <ac:picMk id="5" creationId="{5FDC76DA-3389-977D-F854-CA0AAE3A1AA9}"/>
          </ac:picMkLst>
        </pc:picChg>
        <pc:picChg chg="add">
          <ac:chgData name="Ganesh Abburi" userId="ae2190304c8bc6ad" providerId="LiveId" clId="{FB8C4902-EB0D-4384-A140-9C44D51DBDEC}" dt="2026-08-20T04:34:31.599" v="359" actId="22"/>
          <ac:picMkLst>
            <pc:docMk/>
            <pc:sldMk cId="744860843" sldId="288"/>
            <ac:picMk id="7" creationId="{7D22F7EB-808F-0DAE-7FC1-ED9A710DCA18}"/>
          </ac:picMkLst>
        </pc:picChg>
        <pc:picChg chg="add">
          <ac:chgData name="Ganesh Abburi" userId="ae2190304c8bc6ad" providerId="LiveId" clId="{FB8C4902-EB0D-4384-A140-9C44D51DBDEC}" dt="2026-08-20T04:34:37.481" v="360" actId="22"/>
          <ac:picMkLst>
            <pc:docMk/>
            <pc:sldMk cId="744860843" sldId="288"/>
            <ac:picMk id="9" creationId="{C9391BE3-6BAA-D756-3CB2-5A7F4D714488}"/>
          </ac:picMkLst>
        </pc:picChg>
      </pc:sldChg>
      <pc:sldChg chg="add">
        <pc:chgData name="Ganesh Abburi" userId="ae2190304c8bc6ad" providerId="LiveId" clId="{FB8C4902-EB0D-4384-A140-9C44D51DBDEC}" dt="2026-08-25T05:44:12.984" v="370" actId="2890"/>
        <pc:sldMkLst>
          <pc:docMk/>
          <pc:sldMk cId="2197186765" sldId="28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0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0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0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0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0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extbox 1"/>
          <p:cNvSpPr/>
          <p:nvPr/>
        </p:nvSpPr>
        <p:spPr>
          <a:xfrm>
            <a:off x="1071642" y="1906069"/>
            <a:ext cx="10199737" cy="1547476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12700" algn="ctr" eaLnBrk="0">
              <a:lnSpc>
                <a:spcPct val="100000"/>
              </a:lnSpc>
            </a:pPr>
            <a:r>
              <a:rPr lang="en-IN" sz="3200" b="1" dirty="0">
                <a:latin typeface="Times" panose="02020603050405020304" pitchFamily="18" charset="0"/>
                <a:cs typeface="Times" panose="02020603050405020304" pitchFamily="18" charset="0"/>
              </a:rPr>
              <a:t>Cloud-Orchestrated Book Exchange and Lending Lifecycle Management System</a:t>
            </a:r>
            <a:endParaRPr lang="en-US" sz="3200" b="1" i="0" u="none" baseline="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01C5DD-9BA9-EED2-60B4-D93662ED832C}"/>
              </a:ext>
            </a:extLst>
          </p:cNvPr>
          <p:cNvSpPr txBox="1"/>
          <p:nvPr/>
        </p:nvSpPr>
        <p:spPr>
          <a:xfrm>
            <a:off x="7405626" y="4543563"/>
            <a:ext cx="4935664" cy="1735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algn="just" eaLnBrk="0">
              <a:lnSpc>
                <a:spcPct val="89000"/>
              </a:lnSpc>
            </a:pPr>
            <a:r>
              <a:rPr lang="en-US" sz="2000" b="1" kern="0" spc="-5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Presented</a:t>
            </a:r>
            <a:r>
              <a:rPr lang="en-US" sz="2000" b="1" kern="0" spc="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2000" b="1" kern="0" spc="-5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by:</a:t>
            </a:r>
          </a:p>
          <a:p>
            <a:pPr marL="12700" algn="just" eaLnBrk="0">
              <a:lnSpc>
                <a:spcPct val="89000"/>
              </a:lnSpc>
            </a:pPr>
            <a:r>
              <a:rPr lang="en-US" sz="2000" kern="0" spc="-5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E.Goutham-192311190</a:t>
            </a:r>
          </a:p>
          <a:p>
            <a:pPr marL="12700" algn="just" eaLnBrk="0">
              <a:lnSpc>
                <a:spcPct val="89000"/>
              </a:lnSpc>
            </a:pPr>
            <a:r>
              <a:rPr lang="en-US" sz="2000" kern="0" spc="-5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G.Abinay-192373062</a:t>
            </a:r>
          </a:p>
          <a:p>
            <a:pPr marL="12700" algn="just" eaLnBrk="0">
              <a:lnSpc>
                <a:spcPct val="89000"/>
              </a:lnSpc>
            </a:pPr>
            <a:r>
              <a:rPr lang="en-US" sz="2000" kern="0" spc="-5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 Revanth Kumar-192372244</a:t>
            </a:r>
          </a:p>
          <a:p>
            <a:pPr marL="12700" algn="just" eaLnBrk="0">
              <a:lnSpc>
                <a:spcPct val="89000"/>
              </a:lnSpc>
            </a:pPr>
            <a:r>
              <a:rPr lang="en-US" sz="2000" kern="0" spc="-5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 Ganesh Ram Kamal -192311183</a:t>
            </a:r>
          </a:p>
          <a:p>
            <a:pPr marL="12700" algn="just" eaLnBrk="0">
              <a:lnSpc>
                <a:spcPct val="89000"/>
              </a:lnSpc>
            </a:pPr>
            <a:endParaRPr lang="en-US" sz="2000" kern="0" spc="-5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A9F4C7-A0E3-88EC-95EF-535E31847E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671"/>
            <a:ext cx="12073811" cy="12670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BE1BDA-1545-603A-A987-C1835BCA48C3}"/>
              </a:ext>
            </a:extLst>
          </p:cNvPr>
          <p:cNvSpPr txBox="1"/>
          <p:nvPr/>
        </p:nvSpPr>
        <p:spPr>
          <a:xfrm>
            <a:off x="4133461" y="3238102"/>
            <a:ext cx="445070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CSA4305-Internet Programming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70FB18-935B-7DBF-7936-D224767E31C6}"/>
              </a:ext>
            </a:extLst>
          </p:cNvPr>
          <p:cNvSpPr txBox="1"/>
          <p:nvPr/>
        </p:nvSpPr>
        <p:spPr>
          <a:xfrm>
            <a:off x="671804" y="4543563"/>
            <a:ext cx="25659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by: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D Sudhagar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8A55AD-ABDC-7DF9-5411-A05E993DDF3F}"/>
              </a:ext>
            </a:extLst>
          </p:cNvPr>
          <p:cNvSpPr txBox="1"/>
          <p:nvPr/>
        </p:nvSpPr>
        <p:spPr>
          <a:xfrm>
            <a:off x="1361837" y="838702"/>
            <a:ext cx="8958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D5711C-B97D-9812-26C2-5A2F75101A51}"/>
              </a:ext>
            </a:extLst>
          </p:cNvPr>
          <p:cNvSpPr txBox="1"/>
          <p:nvPr/>
        </p:nvSpPr>
        <p:spPr>
          <a:xfrm>
            <a:off x="908694" y="1886047"/>
            <a:ext cx="6656657" cy="4307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develops a centralized web platform that enables users to list, search, lend, and borrow books within a community. It promotes book sharing, reduces resource wastage, and encourages learning through an accessible, reliable, and user-friendly system. The platform also helps users connect easily with book owners, making the exchange process simple and efficient.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508F0F30-52B7-0EF5-20F3-22E88F88E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34" y="52802"/>
            <a:ext cx="1135113" cy="1342898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30CD430E-50E6-0FEF-FF5B-F55E95ECA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937" y="52802"/>
            <a:ext cx="1520063" cy="1342898"/>
          </a:xfrm>
          <a:prstGeom prst="rect">
            <a:avLst/>
          </a:prstGeom>
        </p:spPr>
      </p:pic>
      <p:pic>
        <p:nvPicPr>
          <p:cNvPr id="2050" name="Picture 2" descr="15,000+ Book Exchange Stock Photos, Pictures &amp; Royalty-Free Images - iStock  | Neighborhood book exchange">
            <a:extLst>
              <a:ext uri="{FF2B5EF4-FFF2-40B4-BE49-F238E27FC236}">
                <a16:creationId xmlns:a16="http://schemas.microsoft.com/office/drawing/2014/main" id="{6E97B8A3-FC23-017B-0C23-6092E75EC1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9682" y="2192694"/>
            <a:ext cx="3722914" cy="3638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9277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7" name="textbox 4"/>
          <p:cNvSpPr/>
          <p:nvPr/>
        </p:nvSpPr>
        <p:spPr>
          <a:xfrm>
            <a:off x="491084" y="1258923"/>
            <a:ext cx="7318638" cy="5599077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just">
              <a:lnSpc>
                <a:spcPct val="200000"/>
              </a:lnSpc>
            </a:pPr>
            <a:endParaRPr lang="en-US" sz="2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to books is challenging for many students due to high costs and limited availability. A cloud-based book exchange platform enables users to lend, borrow, and share books within their community, promoting knowledge sharing and reducing resource wastage.</a:t>
            </a:r>
            <a:endParaRPr lang="en-US" sz="2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The system is designed with two main modules: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Book Listing 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Lending and borrowing Management</a:t>
            </a:r>
          </a:p>
        </p:txBody>
      </p:sp>
      <p:pic>
        <p:nvPicPr>
          <p:cNvPr id="2097154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586102" y="30087"/>
            <a:ext cx="1520063" cy="1342898"/>
          </a:xfrm>
          <a:prstGeom prst="rect">
            <a:avLst/>
          </a:prstGeom>
        </p:spPr>
      </p:pic>
      <p:pic>
        <p:nvPicPr>
          <p:cNvPr id="2097155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57734" y="0"/>
            <a:ext cx="1135113" cy="1342898"/>
          </a:xfrm>
          <a:prstGeom prst="rect">
            <a:avLst/>
          </a:prstGeom>
        </p:spPr>
      </p:pic>
      <p:sp>
        <p:nvSpPr>
          <p:cNvPr id="1048578" name="textbox 7"/>
          <p:cNvSpPr/>
          <p:nvPr/>
        </p:nvSpPr>
        <p:spPr>
          <a:xfrm>
            <a:off x="4508588" y="445538"/>
            <a:ext cx="2861773" cy="624673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ctr" rtl="0" eaLnBrk="0">
              <a:lnSpc>
                <a:spcPct val="103000"/>
              </a:lnSpc>
            </a:pPr>
            <a:endParaRPr lang="Arial" altLang="Arial" sz="4000" b="1" dirty="0"/>
          </a:p>
          <a:p>
            <a:pPr marL="12700" algn="ctr" rtl="0" eaLnBrk="0">
              <a:lnSpc>
                <a:spcPct val="76000"/>
              </a:lnSpc>
            </a:pPr>
            <a:r>
              <a:rPr sz="4000" b="1" kern="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</a:t>
            </a:r>
            <a:r>
              <a:rPr lang="en-IN" sz="4000" b="1" kern="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ntroducti</a:t>
            </a:r>
            <a:r>
              <a:rPr lang="en-IN" sz="4000" b="1" kern="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on</a:t>
            </a:r>
            <a:endParaRPr lang="Calibri" altLang="Calibri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A49985-FFA8-19C3-6ECC-2B94F73B32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43073" y="2082689"/>
            <a:ext cx="3867789" cy="42992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5B16605E-173F-EBDC-505C-BF8DAC0968F2}"/>
              </a:ext>
            </a:extLst>
          </p:cNvPr>
          <p:cNvSpPr/>
          <p:nvPr/>
        </p:nvSpPr>
        <p:spPr>
          <a:xfrm>
            <a:off x="3329879" y="891614"/>
            <a:ext cx="5346909" cy="642926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ctr" eaLnBrk="0">
              <a:lnSpc>
                <a:spcPct val="103000"/>
              </a:lnSpc>
            </a:pPr>
            <a:r>
              <a:rPr lang="en-US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Problem Identification</a:t>
            </a:r>
            <a:endParaRPr lang="en-US" altLang="Calibri" sz="4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6F418C2A-FCCE-9C58-4B5A-251FD681B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52" y="191642"/>
            <a:ext cx="1135113" cy="1342898"/>
          </a:xfrm>
          <a:prstGeom prst="rect">
            <a:avLst/>
          </a:prstGeom>
        </p:spPr>
      </p:pic>
      <p:pic>
        <p:nvPicPr>
          <p:cNvPr id="4" name="picture 5">
            <a:extLst>
              <a:ext uri="{FF2B5EF4-FFF2-40B4-BE49-F238E27FC236}">
                <a16:creationId xmlns:a16="http://schemas.microsoft.com/office/drawing/2014/main" id="{94953F47-ED93-16B0-3725-6CC6FFECF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203" y="191642"/>
            <a:ext cx="1520063" cy="13428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A8AC6D-0F49-86E4-0405-CBA5B59F9F47}"/>
              </a:ext>
            </a:extLst>
          </p:cNvPr>
          <p:cNvSpPr txBox="1"/>
          <p:nvPr/>
        </p:nvSpPr>
        <p:spPr>
          <a:xfrm>
            <a:off x="924908" y="2044143"/>
            <a:ext cx="9434559" cy="3691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Process Issues: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Book lending and borrowing are often handled manually, making the process slow, unorganized, and difficult to track.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Platform: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 cannot easily view available or borrowed books, leading to confusion and inefficient sharing.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Community Interaction: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lack of a common platform makes it difficult for book owners and borrowers to connect, reducing community participation.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5722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6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514203" y="191642"/>
            <a:ext cx="1520063" cy="1342898"/>
          </a:xfrm>
          <a:prstGeom prst="rect">
            <a:avLst/>
          </a:prstGeom>
        </p:spPr>
      </p:pic>
      <p:pic>
        <p:nvPicPr>
          <p:cNvPr id="2097157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57352" y="191642"/>
            <a:ext cx="1135113" cy="1342898"/>
          </a:xfrm>
          <a:prstGeom prst="rect">
            <a:avLst/>
          </a:prstGeom>
        </p:spPr>
      </p:pic>
      <p:sp>
        <p:nvSpPr>
          <p:cNvPr id="1048580" name="textbox 11"/>
          <p:cNvSpPr/>
          <p:nvPr/>
        </p:nvSpPr>
        <p:spPr>
          <a:xfrm>
            <a:off x="1556084" y="614597"/>
            <a:ext cx="8815137" cy="604982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ctr" rtl="0" eaLnBrk="0">
              <a:lnSpc>
                <a:spcPct val="64145"/>
              </a:lnSpc>
            </a:pPr>
            <a:endParaRPr lang="Arial" altLang="Arial" sz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ctr" rtl="0" eaLnBrk="0">
              <a:lnSpc>
                <a:spcPct val="89000"/>
              </a:lnSpc>
            </a:pPr>
            <a:r>
              <a:rPr lang="en-US" sz="4400" kern="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System Architecture Diagram</a:t>
            </a:r>
            <a:endParaRPr lang="Calibri" altLang="Calibri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82565B-E917-F59B-63BC-564E602AD6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167" y="1759634"/>
            <a:ext cx="9512969" cy="44837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256BF9-E52D-DAD3-ED9E-EE1819B7BDD0}"/>
              </a:ext>
            </a:extLst>
          </p:cNvPr>
          <p:cNvSpPr txBox="1"/>
          <p:nvPr/>
        </p:nvSpPr>
        <p:spPr>
          <a:xfrm>
            <a:off x="3636605" y="429055"/>
            <a:ext cx="794268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latin typeface="Times New Roman"/>
                <a:cs typeface="Times New Roman"/>
              </a:rPr>
              <a:t>Literature Review </a:t>
            </a:r>
            <a:endParaRPr lang="en-IN" b="1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1A84F8E-C7D8-B244-2060-170513675A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4207718"/>
              </p:ext>
            </p:extLst>
          </p:nvPr>
        </p:nvGraphicFramePr>
        <p:xfrm>
          <a:off x="0" y="1390568"/>
          <a:ext cx="12192000" cy="556535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304260863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605419877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372321428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941026224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417848216"/>
                    </a:ext>
                  </a:extLst>
                </a:gridCol>
              </a:tblGrid>
              <a:tr h="645031"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IN" sz="1600" b="1" dirty="0">
                          <a:solidFill>
                            <a:srgbClr val="FFFFFF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Author / Year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348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IN" sz="1600" b="1" dirty="0">
                          <a:solidFill>
                            <a:srgbClr val="FFFFFF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Title / Source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348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IN" sz="1600" b="1" dirty="0">
                          <a:solidFill>
                            <a:srgbClr val="FFFFFF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Key Contribution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348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IN" sz="1600" b="1" dirty="0">
                          <a:solidFill>
                            <a:srgbClr val="FFFFFF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Relevance to Current Project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348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IN" sz="1600" b="1" dirty="0">
                          <a:solidFill>
                            <a:srgbClr val="FFFFFF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Limitations / Gaps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348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630832"/>
                  </a:ext>
                </a:extLst>
              </a:tr>
              <a:tr h="1624611">
                <a:tc>
                  <a:txBody>
                    <a:bodyPr/>
                    <a:lstStyle/>
                    <a:p>
                      <a:pPr lvl="0">
                        <a:lnSpc>
                          <a:spcPts val="2175"/>
                        </a:lnSpc>
                        <a:buNone/>
                      </a:pPr>
                      <a:r>
                        <a:rPr lang="en-IN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Salunke &amp; More (2025)</a:t>
                      </a:r>
                      <a:endParaRPr 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348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2175"/>
                        </a:lnSpc>
                        <a:buNone/>
                      </a:pPr>
                      <a:r>
                        <a:rPr lang="en-IN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Design and Development of a Digital Platform for Peer-to-Peer Book Exchange</a:t>
                      </a:r>
                      <a:endParaRPr 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348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2175"/>
                        </a:lnSpc>
                        <a:buNone/>
                      </a:pPr>
                      <a:r>
                        <a:rPr lang="en-IN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Proposed a digital platform for community-driven book exchange.</a:t>
                      </a:r>
                      <a:endParaRPr 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348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2175"/>
                        </a:lnSpc>
                        <a:buNone/>
                      </a:pPr>
                      <a:r>
                        <a:rPr lang="en-IN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Directly supports the idea of allowing users to list books with other users for book exchange.</a:t>
                      </a:r>
                      <a:endParaRPr 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348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2175"/>
                        </a:lnSpc>
                        <a:buNone/>
                      </a:pPr>
                      <a:r>
                        <a:rPr lang="en-IN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Mainly focuses on book exchange </a:t>
                      </a:r>
                      <a:r>
                        <a:rPr lang="en-IN" sz="1600" b="1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end, donate</a:t>
                      </a:r>
                      <a:r>
                        <a:rPr lang="en-IN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, or controlled contact sharing after request approval.</a:t>
                      </a:r>
                      <a:endParaRPr 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348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056184"/>
                  </a:ext>
                </a:extLst>
              </a:tr>
              <a:tr h="1561391">
                <a:tc>
                  <a:txBody>
                    <a:bodyPr/>
                    <a:lstStyle/>
                    <a:p>
                      <a:pPr lvl="0">
                        <a:lnSpc>
                          <a:spcPts val="2175"/>
                        </a:lnSpc>
                        <a:buNone/>
                      </a:pPr>
                      <a:r>
                        <a:rPr lang="en-IN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Scholz et al. / European Economic Review (2024)</a:t>
                      </a:r>
                      <a:endParaRPr 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2175"/>
                        </a:lnSpc>
                        <a:buNone/>
                      </a:pPr>
                      <a:r>
                        <a:rPr lang="en-IN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Sharing with Minimal Regulation? Evidence from </a:t>
                      </a:r>
                      <a:r>
                        <a:rPr lang="en-IN" sz="1600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Neighbor</a:t>
                      </a:r>
                      <a:r>
                        <a:rPr lang="en-IN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hood Book Exchange</a:t>
                      </a:r>
                      <a:endParaRPr 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2175"/>
                        </a:lnSpc>
                        <a:buNone/>
                      </a:pPr>
                      <a:r>
                        <a:rPr lang="en-IN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Studies peer-to-peer book exchange and finds that social norms and community-based book sharing. </a:t>
                      </a:r>
                      <a:endParaRPr 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2175"/>
                        </a:lnSpc>
                        <a:buNone/>
                      </a:pPr>
                      <a:r>
                        <a:rPr lang="en-IN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Supports the concept of community members sharing books directly centralized physical library.</a:t>
                      </a:r>
                      <a:endParaRPr lang="en-US" sz="1600" b="0" i="0" u="none" strike="noStrike" noProof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2175"/>
                        </a:lnSpc>
                        <a:buNone/>
                      </a:pPr>
                      <a:r>
                        <a:rPr lang="en-IN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Based on informal physical book exchanges; authentication.</a:t>
                      </a:r>
                      <a:endParaRPr 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643760"/>
                  </a:ext>
                </a:extLst>
              </a:tr>
              <a:tr h="1734320">
                <a:tc>
                  <a:txBody>
                    <a:bodyPr/>
                    <a:lstStyle/>
                    <a:p>
                      <a:pPr lvl="0">
                        <a:lnSpc>
                          <a:spcPts val="2175"/>
                        </a:lnSpc>
                        <a:buNone/>
                      </a:pPr>
                      <a:r>
                        <a:rPr lang="en-IN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Hidayat-</a:t>
                      </a:r>
                      <a:r>
                        <a:rPr lang="en-IN" sz="1600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ur</a:t>
                      </a:r>
                      <a:r>
                        <a:rPr lang="en-IN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-Rehman et al. (2026)</a:t>
                      </a:r>
                      <a:endParaRPr 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2175"/>
                        </a:lnSpc>
                        <a:buNone/>
                      </a:pPr>
                      <a:r>
                        <a:rPr lang="en-IN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Empirical Analysis to Investigate the Relationship Between Digital Sharing Economy and Digital Trust</a:t>
                      </a:r>
                      <a:endParaRPr 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2175"/>
                        </a:lnSpc>
                        <a:buNone/>
                      </a:pPr>
                      <a:r>
                        <a:rPr lang="en-IN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Identifies factors such as security, competence, integrity, familiarity, digital sharing platforms.</a:t>
                      </a:r>
                      <a:endParaRPr 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2175"/>
                        </a:lnSpc>
                        <a:buNone/>
                      </a:pPr>
                      <a:r>
                        <a:rPr lang="en-IN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Highly relevant to your </a:t>
                      </a:r>
                      <a:r>
                        <a:rPr lang="en-IN" sz="1600" b="1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request approval and contact-reveal mechanism</a:t>
                      </a:r>
                      <a:r>
                        <a:rPr lang="en-IN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, when connecting with strangers.</a:t>
                      </a:r>
                      <a:endParaRPr 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2175"/>
                        </a:lnSpc>
                        <a:buNone/>
                      </a:pPr>
                      <a:r>
                        <a:rPr lang="en-IN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General sharing-economy research rather than specifically focused on book-sharing platforms.</a:t>
                      </a:r>
                      <a:endParaRPr 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065760"/>
                  </a:ext>
                </a:extLst>
              </a:tr>
            </a:tbl>
          </a:graphicData>
        </a:graphic>
      </p:graphicFrame>
      <p:pic>
        <p:nvPicPr>
          <p:cNvPr id="9" name="picture 15">
            <a:extLst>
              <a:ext uri="{FF2B5EF4-FFF2-40B4-BE49-F238E27FC236}">
                <a16:creationId xmlns:a16="http://schemas.microsoft.com/office/drawing/2014/main" id="{D547E482-9C63-B1D7-43D7-D98EC0C0C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17" y="47670"/>
            <a:ext cx="1135113" cy="1342898"/>
          </a:xfrm>
          <a:prstGeom prst="rect">
            <a:avLst/>
          </a:prstGeom>
        </p:spPr>
      </p:pic>
      <p:pic>
        <p:nvPicPr>
          <p:cNvPr id="11" name="picture 14">
            <a:extLst>
              <a:ext uri="{FF2B5EF4-FFF2-40B4-BE49-F238E27FC236}">
                <a16:creationId xmlns:a16="http://schemas.microsoft.com/office/drawing/2014/main" id="{7ACCB4F8-E532-FF3F-0048-92040DFE9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937" y="22630"/>
            <a:ext cx="1520063" cy="134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043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extbox 12"/>
          <p:cNvSpPr/>
          <p:nvPr/>
        </p:nvSpPr>
        <p:spPr>
          <a:xfrm>
            <a:off x="1492466" y="1913591"/>
            <a:ext cx="9472313" cy="4350851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0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2" name="textbox 13"/>
          <p:cNvSpPr/>
          <p:nvPr/>
        </p:nvSpPr>
        <p:spPr>
          <a:xfrm flipV="1">
            <a:off x="-23253848" y="1287767"/>
            <a:ext cx="49492628" cy="403098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64145"/>
              </a:lnSpc>
            </a:pPr>
            <a:endParaRPr lang="Arial" altLang="Arial" sz="600" dirty="0"/>
          </a:p>
          <a:p>
            <a:pPr marL="12700" algn="l" rtl="0" eaLnBrk="0">
              <a:lnSpc>
                <a:spcPct val="89000"/>
              </a:lnSpc>
            </a:pPr>
            <a:r>
              <a:rPr sz="7200" kern="0" spc="-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Literatur</a:t>
            </a:r>
            <a:r>
              <a:rPr sz="7200" kern="0" spc="-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</a:t>
            </a:r>
            <a:r>
              <a:rPr sz="7200" kern="0" spc="3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7200" kern="0" spc="-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Review</a:t>
            </a:r>
            <a:r>
              <a:rPr sz="72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7200" kern="0" spc="-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/</a:t>
            </a:r>
            <a:r>
              <a:rPr sz="7200" kern="0" spc="3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7200" kern="0" spc="-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Background</a:t>
            </a:r>
            <a:endParaRPr lang="Calibri" altLang="Calibri" sz="4400" dirty="0"/>
          </a:p>
        </p:txBody>
      </p:sp>
      <p:pic>
        <p:nvPicPr>
          <p:cNvPr id="2097158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671937" y="22630"/>
            <a:ext cx="1520063" cy="1342898"/>
          </a:xfrm>
          <a:prstGeom prst="rect">
            <a:avLst/>
          </a:prstGeom>
        </p:spPr>
      </p:pic>
      <p:pic>
        <p:nvPicPr>
          <p:cNvPr id="2097159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28752" y="90198"/>
            <a:ext cx="1135113" cy="134289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ADB383A-DEB8-286E-5A81-EE0AEDC3EA8C}"/>
              </a:ext>
            </a:extLst>
          </p:cNvPr>
          <p:cNvSpPr txBox="1"/>
          <p:nvPr/>
        </p:nvSpPr>
        <p:spPr>
          <a:xfrm>
            <a:off x="1782680" y="761647"/>
            <a:ext cx="81975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F0B274-16A7-D2D1-126C-ADF3B19302AC}"/>
              </a:ext>
            </a:extLst>
          </p:cNvPr>
          <p:cNvSpPr txBox="1"/>
          <p:nvPr/>
        </p:nvSpPr>
        <p:spPr>
          <a:xfrm>
            <a:off x="2200275" y="2198631"/>
            <a:ext cx="7010400" cy="2697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&amp; Profile Management</a:t>
            </a:r>
          </a:p>
          <a:p>
            <a:pPr>
              <a:lnSpc>
                <a:spcPct val="20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Management</a:t>
            </a:r>
          </a:p>
          <a:p>
            <a:pPr>
              <a:lnSpc>
                <a:spcPct val="20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Exchange &amp; Lending Management</a:t>
            </a:r>
          </a:p>
          <a:p>
            <a:pPr>
              <a:lnSpc>
                <a:spcPct val="20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 &amp; Admin 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1ED88-18BD-4704-578A-8F8859B90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extbox 12">
            <a:extLst>
              <a:ext uri="{FF2B5EF4-FFF2-40B4-BE49-F238E27FC236}">
                <a16:creationId xmlns:a16="http://schemas.microsoft.com/office/drawing/2014/main" id="{950BAFC6-DA45-10CE-884C-1E2FA57F9C6A}"/>
              </a:ext>
            </a:extLst>
          </p:cNvPr>
          <p:cNvSpPr/>
          <p:nvPr/>
        </p:nvSpPr>
        <p:spPr>
          <a:xfrm>
            <a:off x="1492466" y="1913591"/>
            <a:ext cx="9472313" cy="4350851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0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2" name="textbox 13">
            <a:extLst>
              <a:ext uri="{FF2B5EF4-FFF2-40B4-BE49-F238E27FC236}">
                <a16:creationId xmlns:a16="http://schemas.microsoft.com/office/drawing/2014/main" id="{17F46BD4-B693-CC80-01BA-9E1F50EDF3FB}"/>
              </a:ext>
            </a:extLst>
          </p:cNvPr>
          <p:cNvSpPr/>
          <p:nvPr/>
        </p:nvSpPr>
        <p:spPr>
          <a:xfrm flipV="1">
            <a:off x="-23253848" y="1287767"/>
            <a:ext cx="49492628" cy="403098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64145"/>
              </a:lnSpc>
            </a:pPr>
            <a:endParaRPr lang="Arial" altLang="Arial" sz="600" dirty="0"/>
          </a:p>
          <a:p>
            <a:pPr marL="12700" algn="l" rtl="0" eaLnBrk="0">
              <a:lnSpc>
                <a:spcPct val="89000"/>
              </a:lnSpc>
            </a:pPr>
            <a:r>
              <a:rPr sz="7200" kern="0" spc="-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Literatur</a:t>
            </a:r>
            <a:r>
              <a:rPr sz="7200" kern="0" spc="-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</a:t>
            </a:r>
            <a:r>
              <a:rPr sz="7200" kern="0" spc="3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7200" kern="0" spc="-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Review</a:t>
            </a:r>
            <a:r>
              <a:rPr sz="72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7200" kern="0" spc="-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/</a:t>
            </a:r>
            <a:r>
              <a:rPr sz="7200" kern="0" spc="3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7200" kern="0" spc="-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Background</a:t>
            </a:r>
            <a:endParaRPr lang="Calibri" altLang="Calibri" sz="4400" dirty="0"/>
          </a:p>
        </p:txBody>
      </p:sp>
      <p:pic>
        <p:nvPicPr>
          <p:cNvPr id="2097158" name="picture 14">
            <a:extLst>
              <a:ext uri="{FF2B5EF4-FFF2-40B4-BE49-F238E27FC236}">
                <a16:creationId xmlns:a16="http://schemas.microsoft.com/office/drawing/2014/main" id="{F332B4A5-897B-6B0E-3E5A-5AE91A446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671937" y="75400"/>
            <a:ext cx="1520063" cy="1342898"/>
          </a:xfrm>
          <a:prstGeom prst="rect">
            <a:avLst/>
          </a:prstGeom>
        </p:spPr>
      </p:pic>
      <p:pic>
        <p:nvPicPr>
          <p:cNvPr id="2097159" name="picture 15">
            <a:extLst>
              <a:ext uri="{FF2B5EF4-FFF2-40B4-BE49-F238E27FC236}">
                <a16:creationId xmlns:a16="http://schemas.microsoft.com/office/drawing/2014/main" id="{EF457A4C-A496-AA22-ABAE-2C5211D17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57734" y="75401"/>
            <a:ext cx="1135113" cy="134289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6CE0EEB-E680-48BA-44D2-C7BDADD120B0}"/>
              </a:ext>
            </a:extLst>
          </p:cNvPr>
          <p:cNvSpPr txBox="1"/>
          <p:nvPr/>
        </p:nvSpPr>
        <p:spPr>
          <a:xfrm>
            <a:off x="1791186" y="1030371"/>
            <a:ext cx="86096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Authentication &amp; Profile Management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940937-D45D-BDA5-2BDB-1EF90D014128}"/>
              </a:ext>
            </a:extLst>
          </p:cNvPr>
          <p:cNvSpPr txBox="1"/>
          <p:nvPr/>
        </p:nvSpPr>
        <p:spPr>
          <a:xfrm>
            <a:off x="725290" y="1810987"/>
            <a:ext cx="8316585" cy="4425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 user accounts securely.</a:t>
            </a:r>
          </a:p>
          <a:p>
            <a:pPr>
              <a:lnSpc>
                <a:spcPct val="15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</a:t>
            </a:r>
          </a:p>
          <a:p>
            <a:pPr lvl="1"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Login/Logout </a:t>
            </a:r>
          </a:p>
          <a:p>
            <a:pPr lvl="1"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 Reset </a:t>
            </a:r>
          </a:p>
          <a:p>
            <a:pPr lvl="1"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Profile Management </a:t>
            </a:r>
          </a:p>
          <a:p>
            <a:pPr lvl="1"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(User/Admin) </a:t>
            </a:r>
          </a:p>
          <a:p>
            <a:pPr>
              <a:lnSpc>
                <a:spcPct val="15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details (name, email, password)</a:t>
            </a:r>
          </a:p>
          <a:p>
            <a:pPr>
              <a:lnSpc>
                <a:spcPct val="15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Authenticated user account and profile</a:t>
            </a:r>
          </a:p>
          <a:p>
            <a:pPr algn="just">
              <a:lnSpc>
                <a:spcPct val="150000"/>
              </a:lnSpc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1266DD-73E8-4247-7A89-C6BFDF0214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8975" y="1966257"/>
            <a:ext cx="5153025" cy="3825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711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3370CD-6272-B0F3-B720-7E4DBD798D86}"/>
              </a:ext>
            </a:extLst>
          </p:cNvPr>
          <p:cNvSpPr txBox="1"/>
          <p:nvPr/>
        </p:nvSpPr>
        <p:spPr>
          <a:xfrm>
            <a:off x="1492465" y="868121"/>
            <a:ext cx="83659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Book Management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15">
            <a:extLst>
              <a:ext uri="{FF2B5EF4-FFF2-40B4-BE49-F238E27FC236}">
                <a16:creationId xmlns:a16="http://schemas.microsoft.com/office/drawing/2014/main" id="{AD436B00-E2CA-7F71-F7D5-264B6C7B7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34" y="48443"/>
            <a:ext cx="1135113" cy="1342898"/>
          </a:xfrm>
          <a:prstGeom prst="rect">
            <a:avLst/>
          </a:prstGeom>
        </p:spPr>
      </p:pic>
      <p:pic>
        <p:nvPicPr>
          <p:cNvPr id="4" name="picture 14">
            <a:extLst>
              <a:ext uri="{FF2B5EF4-FFF2-40B4-BE49-F238E27FC236}">
                <a16:creationId xmlns:a16="http://schemas.microsoft.com/office/drawing/2014/main" id="{3C5E373B-478D-000C-F123-49DA5EF88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937" y="48443"/>
            <a:ext cx="1520063" cy="13428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806F0FC-1D05-B214-BE44-25D0BBE93C99}"/>
              </a:ext>
            </a:extLst>
          </p:cNvPr>
          <p:cNvSpPr txBox="1"/>
          <p:nvPr/>
        </p:nvSpPr>
        <p:spPr>
          <a:xfrm>
            <a:off x="502598" y="1680352"/>
            <a:ext cx="6380961" cy="4613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 users to add and manage books for exchange or lending.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New Book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Edit/Delete Book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Book Cover Image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Categorize Books (Novel, Academic, Magazine, etc.)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Available Books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Book title, author, category, description, availability.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Book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catalog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stored in the cloud database.</a:t>
            </a: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E8D719-F617-7313-725F-75C45384BA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3559" y="1862547"/>
            <a:ext cx="5150707" cy="3896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574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2EDBF-60E1-802F-C345-731266E87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9EB7EC-2BB5-14F0-88BA-2427F5EE912B}"/>
              </a:ext>
            </a:extLst>
          </p:cNvPr>
          <p:cNvSpPr txBox="1"/>
          <p:nvPr/>
        </p:nvSpPr>
        <p:spPr>
          <a:xfrm>
            <a:off x="1623093" y="1011320"/>
            <a:ext cx="83659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Book Exchange &amp; Lending Management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15">
            <a:extLst>
              <a:ext uri="{FF2B5EF4-FFF2-40B4-BE49-F238E27FC236}">
                <a16:creationId xmlns:a16="http://schemas.microsoft.com/office/drawing/2014/main" id="{28A2B7A8-96FE-8E7F-4551-097608DF0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30" y="0"/>
            <a:ext cx="1135113" cy="1342898"/>
          </a:xfrm>
          <a:prstGeom prst="rect">
            <a:avLst/>
          </a:prstGeom>
        </p:spPr>
      </p:pic>
      <p:pic>
        <p:nvPicPr>
          <p:cNvPr id="4" name="picture 14">
            <a:extLst>
              <a:ext uri="{FF2B5EF4-FFF2-40B4-BE49-F238E27FC236}">
                <a16:creationId xmlns:a16="http://schemas.microsoft.com/office/drawing/2014/main" id="{7A515CCA-3E66-43D2-4594-BA110F2B6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937" y="0"/>
            <a:ext cx="1520063" cy="13428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D2DD4D-DE09-26F7-8278-110449D66A3D}"/>
              </a:ext>
            </a:extLst>
          </p:cNvPr>
          <p:cNvSpPr txBox="1"/>
          <p:nvPr/>
        </p:nvSpPr>
        <p:spPr>
          <a:xfrm>
            <a:off x="485050" y="1829209"/>
            <a:ext cx="5981063" cy="419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 borrowing and lending requests.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Books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Borrow Request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Accept/Reject Request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Borrowing Status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Book Confirmation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Borrowing History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Book request from borrower.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Updated lending status and borrowing records.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D133C5-1392-ED6B-BC52-F09984FD4F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4703" y="1829209"/>
            <a:ext cx="5992970" cy="447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203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71336-BAF3-D5C1-265C-CDCA24E09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343A55-9224-4A7B-9947-3EBBE13CE9BF}"/>
              </a:ext>
            </a:extLst>
          </p:cNvPr>
          <p:cNvSpPr txBox="1"/>
          <p:nvPr/>
        </p:nvSpPr>
        <p:spPr>
          <a:xfrm>
            <a:off x="1492465" y="1011320"/>
            <a:ext cx="83659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Cloud Storage &amp; Admin Dashboard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15">
            <a:extLst>
              <a:ext uri="{FF2B5EF4-FFF2-40B4-BE49-F238E27FC236}">
                <a16:creationId xmlns:a16="http://schemas.microsoft.com/office/drawing/2014/main" id="{7FFF433B-57E7-27CA-301E-C82E6BFB3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34" y="56736"/>
            <a:ext cx="1135113" cy="1342898"/>
          </a:xfrm>
          <a:prstGeom prst="rect">
            <a:avLst/>
          </a:prstGeom>
        </p:spPr>
      </p:pic>
      <p:pic>
        <p:nvPicPr>
          <p:cNvPr id="4" name="picture 14">
            <a:extLst>
              <a:ext uri="{FF2B5EF4-FFF2-40B4-BE49-F238E27FC236}">
                <a16:creationId xmlns:a16="http://schemas.microsoft.com/office/drawing/2014/main" id="{46EA24DF-1C49-7C11-0463-0CC624BF0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848" y="56736"/>
            <a:ext cx="1520063" cy="13428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FE4558-D236-C8DE-4454-B050A3FE2126}"/>
              </a:ext>
            </a:extLst>
          </p:cNvPr>
          <p:cNvSpPr txBox="1"/>
          <p:nvPr/>
        </p:nvSpPr>
        <p:spPr>
          <a:xfrm>
            <a:off x="286752" y="1810958"/>
            <a:ext cx="7224391" cy="4613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 the platform and store data securely on the cloud.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Database Integration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Book Images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Management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Management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Lending Activities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Reports (Users, Books, Transactions)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Platform data from users and books.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Administrative reports, analytics, and secure cloud-based data management.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D993A1-FF43-1368-6804-1418578D27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637" y="1955194"/>
            <a:ext cx="5148274" cy="3891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916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1276C6-FA6B-69F0-03AD-9B219D2B4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46" y="1539551"/>
            <a:ext cx="5813399" cy="46093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DC76DA-3389-977D-F854-CA0AAE3A1A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39551"/>
            <a:ext cx="5996473" cy="4576371"/>
          </a:xfrm>
          <a:prstGeom prst="rect">
            <a:avLst/>
          </a:prstGeom>
        </p:spPr>
      </p:pic>
      <p:pic>
        <p:nvPicPr>
          <p:cNvPr id="7" name="picture 15">
            <a:extLst>
              <a:ext uri="{FF2B5EF4-FFF2-40B4-BE49-F238E27FC236}">
                <a16:creationId xmlns:a16="http://schemas.microsoft.com/office/drawing/2014/main" id="{7D22F7EB-808F-0DAE-7FC1-ED9A710DCA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734" y="56736"/>
            <a:ext cx="1135113" cy="1342898"/>
          </a:xfrm>
          <a:prstGeom prst="rect">
            <a:avLst/>
          </a:prstGeom>
        </p:spPr>
      </p:pic>
      <p:pic>
        <p:nvPicPr>
          <p:cNvPr id="9" name="picture 14">
            <a:extLst>
              <a:ext uri="{FF2B5EF4-FFF2-40B4-BE49-F238E27FC236}">
                <a16:creationId xmlns:a16="http://schemas.microsoft.com/office/drawing/2014/main" id="{C9391BE3-6BAA-D756-3CB2-5A7F4D7144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8848" y="56736"/>
            <a:ext cx="1520063" cy="13428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8E74EED-2462-B46C-02CE-885078EE3E0F}"/>
              </a:ext>
            </a:extLst>
          </p:cNvPr>
          <p:cNvSpPr txBox="1"/>
          <p:nvPr/>
        </p:nvSpPr>
        <p:spPr>
          <a:xfrm>
            <a:off x="1651085" y="742078"/>
            <a:ext cx="83659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860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0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671937" y="1"/>
            <a:ext cx="1520063" cy="1342898"/>
          </a:xfrm>
          <a:prstGeom prst="rect">
            <a:avLst/>
          </a:prstGeom>
        </p:spPr>
      </p:pic>
      <p:sp>
        <p:nvSpPr>
          <p:cNvPr id="1048595" name="textbox 39"/>
          <p:cNvSpPr/>
          <p:nvPr/>
        </p:nvSpPr>
        <p:spPr>
          <a:xfrm>
            <a:off x="5202752" y="755069"/>
            <a:ext cx="1559279" cy="951723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65935"/>
              </a:lnSpc>
            </a:pPr>
            <a:r>
              <a:rPr lang="en-IN" altLang="Arial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</a:t>
            </a:r>
            <a:endParaRPr lang="Calibri" altLang="Calibri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71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57734" y="0"/>
            <a:ext cx="1135113" cy="13428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1A1442-AA00-297A-5CFE-D1B9037715C1}"/>
              </a:ext>
            </a:extLst>
          </p:cNvPr>
          <p:cNvSpPr txBox="1"/>
          <p:nvPr/>
        </p:nvSpPr>
        <p:spPr>
          <a:xfrm>
            <a:off x="157733" y="1552875"/>
            <a:ext cx="12034267" cy="51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" panose="02020603050405020304" pitchFamily="18" charset="0"/>
                <a:cs typeface="Times" panose="02020603050405020304" pitchFamily="18" charset="0"/>
              </a:rPr>
              <a:t>1.Quality Education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" panose="02020603050405020304" pitchFamily="18" charset="0"/>
                <a:cs typeface="Times" panose="02020603050405020304" pitchFamily="18" charset="0"/>
              </a:rPr>
              <a:t>Promotes access to educational and reference books by allowing users to share, lend, donate, and exchange books at low or no cost.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" panose="02020603050405020304" pitchFamily="18" charset="0"/>
                <a:cs typeface="Times" panose="02020603050405020304" pitchFamily="18" charset="0"/>
              </a:rPr>
              <a:t>2. Reduced Inequalities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" panose="02020603050405020304" pitchFamily="18" charset="0"/>
                <a:cs typeface="Times" panose="02020603050405020304" pitchFamily="18" charset="0"/>
              </a:rPr>
              <a:t>Helps people who may not be able to afford books by connecting them with users willing to lend or donate books.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" panose="02020603050405020304" pitchFamily="18" charset="0"/>
                <a:cs typeface="Times" panose="02020603050405020304" pitchFamily="18" charset="0"/>
              </a:rPr>
              <a:t>3. Responsible Consumption and Production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" panose="02020603050405020304" pitchFamily="18" charset="0"/>
                <a:cs typeface="Times" panose="02020603050405020304" pitchFamily="18" charset="0"/>
              </a:rPr>
              <a:t>Encourages </a:t>
            </a:r>
            <a:r>
              <a:rPr lang="en-IN" sz="2000" b="1" dirty="0">
                <a:latin typeface="Times" panose="02020603050405020304" pitchFamily="18" charset="0"/>
                <a:cs typeface="Times" panose="02020603050405020304" pitchFamily="18" charset="0"/>
              </a:rPr>
              <a:t>reuse and sharing of existing books</a:t>
            </a:r>
            <a:r>
              <a:rPr lang="en-IN" sz="2000" dirty="0">
                <a:latin typeface="Times" panose="02020603050405020304" pitchFamily="18" charset="0"/>
                <a:cs typeface="Times" panose="02020603050405020304" pitchFamily="18" charset="0"/>
              </a:rPr>
              <a:t>, reducing unnecessary purchases and extending the useful life of physical books.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" panose="02020603050405020304" pitchFamily="18" charset="0"/>
                <a:cs typeface="Times" panose="02020603050405020304" pitchFamily="18" charset="0"/>
              </a:rPr>
              <a:t>4. Sustainable Cities and Communities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" panose="02020603050405020304" pitchFamily="18" charset="0"/>
                <a:cs typeface="Times" panose="02020603050405020304" pitchFamily="18" charset="0"/>
              </a:rPr>
              <a:t>Builds stronger local communities by creating a platform where people can connect and share resources with one another.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4ABFF-4775-4C2A-627C-D538EFCB9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0" name="picture 38">
            <a:extLst>
              <a:ext uri="{FF2B5EF4-FFF2-40B4-BE49-F238E27FC236}">
                <a16:creationId xmlns:a16="http://schemas.microsoft.com/office/drawing/2014/main" id="{33F6B29A-AED0-56D1-F4F6-FC3E2FA4E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671937" y="1"/>
            <a:ext cx="1520063" cy="1342898"/>
          </a:xfrm>
          <a:prstGeom prst="rect">
            <a:avLst/>
          </a:prstGeom>
        </p:spPr>
      </p:pic>
      <p:sp>
        <p:nvSpPr>
          <p:cNvPr id="1048595" name="textbox 39">
            <a:extLst>
              <a:ext uri="{FF2B5EF4-FFF2-40B4-BE49-F238E27FC236}">
                <a16:creationId xmlns:a16="http://schemas.microsoft.com/office/drawing/2014/main" id="{E39C0387-5403-9E04-C3C1-2022EB2DE4F3}"/>
              </a:ext>
            </a:extLst>
          </p:cNvPr>
          <p:cNvSpPr/>
          <p:nvPr/>
        </p:nvSpPr>
        <p:spPr>
          <a:xfrm>
            <a:off x="4536721" y="361521"/>
            <a:ext cx="3118557" cy="61985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65935"/>
              </a:lnSpc>
            </a:pPr>
            <a:endParaRPr lang="Arial" altLang="Arial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4000" b="1" kern="0" spc="-6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Future</a:t>
            </a:r>
            <a:r>
              <a:rPr sz="4000" b="1" kern="0" spc="18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4000" b="1" kern="0" spc="-6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Scope</a:t>
            </a:r>
            <a:endParaRPr lang="Calibri" altLang="Calibri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71" name="picture 40">
            <a:extLst>
              <a:ext uri="{FF2B5EF4-FFF2-40B4-BE49-F238E27FC236}">
                <a16:creationId xmlns:a16="http://schemas.microsoft.com/office/drawing/2014/main" id="{0A98CB65-C3A9-5283-F1A1-6E151C632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57734" y="0"/>
            <a:ext cx="1135113" cy="13428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1DD561-B188-1123-5D9B-926B970A26A8}"/>
              </a:ext>
            </a:extLst>
          </p:cNvPr>
          <p:cNvSpPr txBox="1"/>
          <p:nvPr/>
        </p:nvSpPr>
        <p:spPr>
          <a:xfrm>
            <a:off x="725290" y="1823462"/>
            <a:ext cx="9600023" cy="4307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can be further improved by adding user ratings and reviews to build trust, barcode scanning for quick book listing, multilingual support for wider accessibility, and AI-based recommendations to suggest books based on user interests and activity.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Support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Adding multilingual features to make the platform usable for a wider, diverse audience.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Recommendations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Implementing machine learning algorithms to suggest books based on user behavior and past activity.</a:t>
            </a:r>
          </a:p>
        </p:txBody>
      </p:sp>
    </p:spTree>
    <p:extLst>
      <p:ext uri="{BB962C8B-B14F-4D97-AF65-F5344CB8AC3E}">
        <p14:creationId xmlns:p14="http://schemas.microsoft.com/office/powerpoint/2010/main" val="21971867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988EA-DA1C-7B57-4A71-DA2893D17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8" name="picture 35">
            <a:extLst>
              <a:ext uri="{FF2B5EF4-FFF2-40B4-BE49-F238E27FC236}">
                <a16:creationId xmlns:a16="http://schemas.microsoft.com/office/drawing/2014/main" id="{6DAE7B7A-905A-5BB4-314F-D01AA0A6E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671937" y="1"/>
            <a:ext cx="1520063" cy="1342898"/>
          </a:xfrm>
          <a:prstGeom prst="rect">
            <a:avLst/>
          </a:prstGeom>
        </p:spPr>
      </p:pic>
      <p:pic>
        <p:nvPicPr>
          <p:cNvPr id="2097169" name="picture 36">
            <a:extLst>
              <a:ext uri="{FF2B5EF4-FFF2-40B4-BE49-F238E27FC236}">
                <a16:creationId xmlns:a16="http://schemas.microsoft.com/office/drawing/2014/main" id="{72741393-A02E-4E16-486E-0CBE2709A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8190" y="0"/>
            <a:ext cx="1135113" cy="1342898"/>
          </a:xfrm>
          <a:prstGeom prst="rect">
            <a:avLst/>
          </a:prstGeom>
        </p:spPr>
      </p:pic>
      <p:sp>
        <p:nvSpPr>
          <p:cNvPr id="4" name="textbox 30">
            <a:extLst>
              <a:ext uri="{FF2B5EF4-FFF2-40B4-BE49-F238E27FC236}">
                <a16:creationId xmlns:a16="http://schemas.microsoft.com/office/drawing/2014/main" id="{86F7D276-7D7C-C39D-9901-80855B1235D3}"/>
              </a:ext>
            </a:extLst>
          </p:cNvPr>
          <p:cNvSpPr/>
          <p:nvPr/>
        </p:nvSpPr>
        <p:spPr>
          <a:xfrm>
            <a:off x="3053159" y="330516"/>
            <a:ext cx="5023272" cy="698438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ctr" rtl="0" eaLnBrk="0">
              <a:lnSpc>
                <a:spcPct val="83341"/>
              </a:lnSpc>
            </a:pPr>
            <a:endParaRPr lang="Arial" altLang="Arial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ctr" rtl="0" eaLnBrk="0">
              <a:lnSpc>
                <a:spcPts val="5419"/>
              </a:lnSpc>
            </a:pPr>
            <a:r>
              <a:rPr lang="en-US" sz="4000" b="1" kern="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Conclusion</a:t>
            </a:r>
            <a:endParaRPr lang="Calibri" altLang="Calibri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EB8AA6-9926-7056-5EA4-5D91216E0EDD}"/>
              </a:ext>
            </a:extLst>
          </p:cNvPr>
          <p:cNvSpPr txBox="1"/>
          <p:nvPr/>
        </p:nvSpPr>
        <p:spPr>
          <a:xfrm>
            <a:off x="665747" y="1845846"/>
            <a:ext cx="6978316" cy="5538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cloud-based book exchange and lending platform successfully addresses the need for a community-driven system that promotes sharing, reduces book wastage, and enhances access to educational resources.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demonstrates how cloud-based technology can be effectively used to build sustainable, accessible, and socially impactful solutions for community sharing.</a:t>
            </a:r>
          </a:p>
          <a:p>
            <a:pPr algn="just">
              <a:lnSpc>
                <a:spcPct val="200000"/>
              </a:lnSpc>
            </a:pP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b="0" i="0" dirty="0">
              <a:solidFill>
                <a:schemeClr val="accent2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09BC75-FB86-E7B3-B215-4BC8677990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9389" y="2200190"/>
            <a:ext cx="3376864" cy="3676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9679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0">
            <a:extLst>
              <a:ext uri="{FF2B5EF4-FFF2-40B4-BE49-F238E27FC236}">
                <a16:creationId xmlns:a16="http://schemas.microsoft.com/office/drawing/2014/main" id="{B598E9B7-0268-236D-140F-4C8190F78878}"/>
              </a:ext>
            </a:extLst>
          </p:cNvPr>
          <p:cNvSpPr/>
          <p:nvPr/>
        </p:nvSpPr>
        <p:spPr>
          <a:xfrm>
            <a:off x="3277094" y="297623"/>
            <a:ext cx="5023272" cy="698438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ctr" rtl="0" eaLnBrk="0">
              <a:lnSpc>
                <a:spcPct val="83341"/>
              </a:lnSpc>
            </a:pPr>
            <a:endParaRPr lang="Arial" altLang="Arial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ctr" rtl="0" eaLnBrk="0">
              <a:lnSpc>
                <a:spcPts val="5419"/>
              </a:lnSpc>
            </a:pPr>
            <a:r>
              <a:rPr sz="4000" b="1" kern="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</a:t>
            </a:r>
            <a:r>
              <a:rPr lang="en-US" sz="4000" b="1" kern="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ferences</a:t>
            </a:r>
            <a:endParaRPr lang="Calibri" altLang="Calibri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AEDF0A-5DE1-3F71-6041-865D011EF6B8}"/>
              </a:ext>
            </a:extLst>
          </p:cNvPr>
          <p:cNvSpPr txBox="1"/>
          <p:nvPr/>
        </p:nvSpPr>
        <p:spPr>
          <a:xfrm>
            <a:off x="705853" y="1637426"/>
            <a:ext cx="10659979" cy="4922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S. Sharma and A. K. Sharma, "Cloud computing for library services: A conceptual framework,"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Computer Applications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178, no. 7, pp. 9–13, Nov. 2020.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L. Qian, Z. Luo, Y. Du, and L. Guo, "Cloud computing: An overview," in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1st Int. Conf. Cloud Computer.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Beijing, China, Dec. 202, pp. 626–631.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Hossain and M. S. Hossain, "Design and implementation of a digital library management system using cloud storage,"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Computer Science Issues (IJCSI)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19, no. 1, pp. 15–22, Jan. 2022.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6">
            <a:extLst>
              <a:ext uri="{FF2B5EF4-FFF2-40B4-BE49-F238E27FC236}">
                <a16:creationId xmlns:a16="http://schemas.microsoft.com/office/drawing/2014/main" id="{EFCB4878-4E9F-1D16-3379-F6FE283FF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37" y="87368"/>
            <a:ext cx="1135113" cy="1342898"/>
          </a:xfrm>
          <a:prstGeom prst="rect">
            <a:avLst/>
          </a:prstGeom>
        </p:spPr>
      </p:pic>
      <p:pic>
        <p:nvPicPr>
          <p:cNvPr id="5" name="picture 35">
            <a:extLst>
              <a:ext uri="{FF2B5EF4-FFF2-40B4-BE49-F238E27FC236}">
                <a16:creationId xmlns:a16="http://schemas.microsoft.com/office/drawing/2014/main" id="{2A06B80F-5C01-9F85-3B26-B47DEA13B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0900" y="87368"/>
            <a:ext cx="1520063" cy="134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6621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0">
            <a:extLst>
              <a:ext uri="{FF2B5EF4-FFF2-40B4-BE49-F238E27FC236}">
                <a16:creationId xmlns:a16="http://schemas.microsoft.com/office/drawing/2014/main" id="{35F992CE-17CC-C2DE-651D-B4D03BF9D71D}"/>
              </a:ext>
            </a:extLst>
          </p:cNvPr>
          <p:cNvSpPr/>
          <p:nvPr/>
        </p:nvSpPr>
        <p:spPr>
          <a:xfrm>
            <a:off x="3126877" y="2903621"/>
            <a:ext cx="6109502" cy="898358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12700" algn="ctr" rtl="0" eaLnBrk="0">
              <a:lnSpc>
                <a:spcPts val="5419"/>
              </a:lnSpc>
            </a:pPr>
            <a:r>
              <a:rPr lang="en-US" sz="10000" kern="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Thank you!</a:t>
            </a:r>
            <a:endParaRPr lang="Calibri" altLang="Calibri" sz="1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36">
            <a:extLst>
              <a:ext uri="{FF2B5EF4-FFF2-40B4-BE49-F238E27FC236}">
                <a16:creationId xmlns:a16="http://schemas.microsoft.com/office/drawing/2014/main" id="{DBCA9BA2-E82E-037B-08EB-34C23C094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37" y="87368"/>
            <a:ext cx="1135113" cy="1342898"/>
          </a:xfrm>
          <a:prstGeom prst="rect">
            <a:avLst/>
          </a:prstGeom>
        </p:spPr>
      </p:pic>
      <p:pic>
        <p:nvPicPr>
          <p:cNvPr id="4" name="picture 35">
            <a:extLst>
              <a:ext uri="{FF2B5EF4-FFF2-40B4-BE49-F238E27FC236}">
                <a16:creationId xmlns:a16="http://schemas.microsoft.com/office/drawing/2014/main" id="{67E19981-F134-EBDE-B24D-813E2B741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0900" y="87368"/>
            <a:ext cx="1520063" cy="134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54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1007</TotalTime>
  <Words>1103</Words>
  <Application>Microsoft Office PowerPoint</Application>
  <PresentationFormat>Widescreen</PresentationFormat>
  <Paragraphs>122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Times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creator>sankar</dc:creator>
  <cp:lastModifiedBy>Ganesh Abburi</cp:lastModifiedBy>
  <cp:revision>50</cp:revision>
  <dcterms:created xsi:type="dcterms:W3CDTF">2025-02-24T00:33:12Z</dcterms:created>
  <dcterms:modified xsi:type="dcterms:W3CDTF">2026-08-25T05:49:02Z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wqlLaW5nc29mdCBQREYgdG8gV1BTIDkwQg</vt:lpwstr>
  </property>
  <property fmtid="{D5CDD505-2E9C-101B-9397-08002B2CF9AE}" pid="3" name="Created">
    <vt:filetime>2025-02-27T22:57:18Z</vt:filetime>
  </property>
</Properties>
</file>