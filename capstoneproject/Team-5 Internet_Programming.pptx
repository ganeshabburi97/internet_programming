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72" r:id="rId5"/>
    <p:sldId id="258" r:id="rId6"/>
    <p:sldId id="259" r:id="rId7"/>
    <p:sldId id="284" r:id="rId8"/>
    <p:sldId id="273" r:id="rId9"/>
    <p:sldId id="286" r:id="rId10"/>
    <p:sldId id="285" r:id="rId11"/>
    <p:sldId id="265" r:id="rId12"/>
    <p:sldId id="282" r:id="rId13"/>
    <p:sldId id="278" r:id="rId14"/>
    <p:sldId id="27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0066FF"/>
    <a:srgbClr val="9966FF"/>
    <a:srgbClr val="9966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D2166F-2B56-497B-9C70-465427520BCD}" v="21" dt="2026-07-25T07:47:57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h Abburi" userId="ae2190304c8bc6ad" providerId="LiveId" clId="{FB8C4902-EB0D-4384-A140-9C44D51DBDEC}"/>
    <pc:docChg chg="undo custSel delSld modSld sldOrd">
      <pc:chgData name="Ganesh Abburi" userId="ae2190304c8bc6ad" providerId="LiveId" clId="{FB8C4902-EB0D-4384-A140-9C44D51DBDEC}" dt="2026-07-25T07:59:42.550" v="286" actId="478"/>
      <pc:docMkLst>
        <pc:docMk/>
      </pc:docMkLst>
      <pc:sldChg chg="addSp modSp mod">
        <pc:chgData name="Ganesh Abburi" userId="ae2190304c8bc6ad" providerId="LiveId" clId="{FB8C4902-EB0D-4384-A140-9C44D51DBDEC}" dt="2026-07-25T07:48:14.119" v="272" actId="1076"/>
        <pc:sldMkLst>
          <pc:docMk/>
          <pc:sldMk cId="0" sldId="256"/>
        </pc:sldMkLst>
        <pc:spChg chg="add mod">
          <ac:chgData name="Ganesh Abburi" userId="ae2190304c8bc6ad" providerId="LiveId" clId="{FB8C4902-EB0D-4384-A140-9C44D51DBDEC}" dt="2026-07-21T08:45:02.190" v="106" actId="1076"/>
          <ac:spMkLst>
            <pc:docMk/>
            <pc:sldMk cId="0" sldId="256"/>
            <ac:spMk id="2" creationId="{5970FB18-935B-7DBF-7936-D224767E31C6}"/>
          </ac:spMkLst>
        </pc:spChg>
        <pc:spChg chg="mod">
          <ac:chgData name="Ganesh Abburi" userId="ae2190304c8bc6ad" providerId="LiveId" clId="{FB8C4902-EB0D-4384-A140-9C44D51DBDEC}" dt="2026-07-21T08:45:07.529" v="107" actId="1076"/>
          <ac:spMkLst>
            <pc:docMk/>
            <pc:sldMk cId="0" sldId="256"/>
            <ac:spMk id="3" creationId="{5001C5DD-9BA9-EED2-60B4-D93662ED832C}"/>
          </ac:spMkLst>
        </pc:spChg>
        <pc:spChg chg="mod">
          <ac:chgData name="Ganesh Abburi" userId="ae2190304c8bc6ad" providerId="LiveId" clId="{FB8C4902-EB0D-4384-A140-9C44D51DBDEC}" dt="2026-07-25T07:48:14.119" v="272" actId="1076"/>
          <ac:spMkLst>
            <pc:docMk/>
            <pc:sldMk cId="0" sldId="256"/>
            <ac:spMk id="1048576" creationId="{00000000-0000-0000-0000-000000000000}"/>
          </ac:spMkLst>
        </pc:spChg>
      </pc:sldChg>
      <pc:sldChg chg="modSp mod">
        <pc:chgData name="Ganesh Abburi" userId="ae2190304c8bc6ad" providerId="LiveId" clId="{FB8C4902-EB0D-4384-A140-9C44D51DBDEC}" dt="2026-07-25T07:40:20.610" v="159" actId="1076"/>
        <pc:sldMkLst>
          <pc:docMk/>
          <pc:sldMk cId="0" sldId="257"/>
        </pc:sldMkLst>
        <pc:spChg chg="mod">
          <ac:chgData name="Ganesh Abburi" userId="ae2190304c8bc6ad" providerId="LiveId" clId="{FB8C4902-EB0D-4384-A140-9C44D51DBDEC}" dt="2026-07-25T07:40:15.889" v="158" actId="14100"/>
          <ac:spMkLst>
            <pc:docMk/>
            <pc:sldMk cId="0" sldId="257"/>
            <ac:spMk id="1048577" creationId="{00000000-0000-0000-0000-000000000000}"/>
          </ac:spMkLst>
        </pc:spChg>
        <pc:picChg chg="mod">
          <ac:chgData name="Ganesh Abburi" userId="ae2190304c8bc6ad" providerId="LiveId" clId="{FB8C4902-EB0D-4384-A140-9C44D51DBDEC}" dt="2026-07-25T07:40:20.610" v="159" actId="1076"/>
          <ac:picMkLst>
            <pc:docMk/>
            <pc:sldMk cId="0" sldId="257"/>
            <ac:picMk id="7" creationId="{0FA49985-FFA8-19C3-6ECC-2B94F73B3270}"/>
          </ac:picMkLst>
        </pc:picChg>
        <pc:picChg chg="mod">
          <ac:chgData name="Ganesh Abburi" userId="ae2190304c8bc6ad" providerId="LiveId" clId="{FB8C4902-EB0D-4384-A140-9C44D51DBDEC}" dt="2026-07-25T07:37:11.249" v="130" actId="1076"/>
          <ac:picMkLst>
            <pc:docMk/>
            <pc:sldMk cId="0" sldId="257"/>
            <ac:picMk id="2097154" creationId="{00000000-0000-0000-0000-000000000000}"/>
          </ac:picMkLst>
        </pc:picChg>
        <pc:picChg chg="mod">
          <ac:chgData name="Ganesh Abburi" userId="ae2190304c8bc6ad" providerId="LiveId" clId="{FB8C4902-EB0D-4384-A140-9C44D51DBDEC}" dt="2026-07-25T07:37:06.323" v="129" actId="1076"/>
          <ac:picMkLst>
            <pc:docMk/>
            <pc:sldMk cId="0" sldId="257"/>
            <ac:picMk id="2097155" creationId="{00000000-0000-0000-0000-000000000000}"/>
          </ac:picMkLst>
        </pc:picChg>
      </pc:sldChg>
      <pc:sldChg chg="ord">
        <pc:chgData name="Ganesh Abburi" userId="ae2190304c8bc6ad" providerId="LiveId" clId="{FB8C4902-EB0D-4384-A140-9C44D51DBDEC}" dt="2026-07-25T07:57:39.625" v="275"/>
        <pc:sldMkLst>
          <pc:docMk/>
          <pc:sldMk cId="0" sldId="258"/>
        </pc:sldMkLst>
      </pc:sldChg>
      <pc:sldChg chg="del">
        <pc:chgData name="Ganesh Abburi" userId="ae2190304c8bc6ad" providerId="LiveId" clId="{FB8C4902-EB0D-4384-A140-9C44D51DBDEC}" dt="2026-07-25T07:58:27.883" v="276" actId="2696"/>
        <pc:sldMkLst>
          <pc:docMk/>
          <pc:sldMk cId="0" sldId="262"/>
        </pc:sldMkLst>
      </pc:sldChg>
      <pc:sldChg chg="modSp mod">
        <pc:chgData name="Ganesh Abburi" userId="ae2190304c8bc6ad" providerId="LiveId" clId="{FB8C4902-EB0D-4384-A140-9C44D51DBDEC}" dt="2026-07-25T07:42:26.747" v="167" actId="1076"/>
        <pc:sldMkLst>
          <pc:docMk/>
          <pc:sldMk cId="0" sldId="265"/>
        </pc:sldMkLst>
        <pc:spChg chg="mod">
          <ac:chgData name="Ganesh Abburi" userId="ae2190304c8bc6ad" providerId="LiveId" clId="{FB8C4902-EB0D-4384-A140-9C44D51DBDEC}" dt="2026-07-25T07:42:26.747" v="167" actId="1076"/>
          <ac:spMkLst>
            <pc:docMk/>
            <pc:sldMk cId="0" sldId="265"/>
            <ac:spMk id="5" creationId="{AA1A1442-AA00-297A-5CFE-D1B9037715C1}"/>
          </ac:spMkLst>
        </pc:spChg>
      </pc:sldChg>
      <pc:sldChg chg="modSp mod">
        <pc:chgData name="Ganesh Abburi" userId="ae2190304c8bc6ad" providerId="LiveId" clId="{FB8C4902-EB0D-4384-A140-9C44D51DBDEC}" dt="2026-07-25T07:38:53.775" v="144" actId="14100"/>
        <pc:sldMkLst>
          <pc:docMk/>
          <pc:sldMk cId="3689277865" sldId="269"/>
        </pc:sldMkLst>
        <pc:spChg chg="mod">
          <ac:chgData name="Ganesh Abburi" userId="ae2190304c8bc6ad" providerId="LiveId" clId="{FB8C4902-EB0D-4384-A140-9C44D51DBDEC}" dt="2026-07-25T07:36:15.335" v="122" actId="1076"/>
          <ac:spMkLst>
            <pc:docMk/>
            <pc:sldMk cId="3689277865" sldId="269"/>
            <ac:spMk id="2" creationId="{668A55AD-ABDC-7DF9-5411-A05E993DDF3F}"/>
          </ac:spMkLst>
        </pc:spChg>
        <pc:spChg chg="mod">
          <ac:chgData name="Ganesh Abburi" userId="ae2190304c8bc6ad" providerId="LiveId" clId="{FB8C4902-EB0D-4384-A140-9C44D51DBDEC}" dt="2026-07-25T07:38:44.490" v="141" actId="1076"/>
          <ac:spMkLst>
            <pc:docMk/>
            <pc:sldMk cId="3689277865" sldId="269"/>
            <ac:spMk id="3" creationId="{B1D5711C-B97D-9812-26C2-5A2F75101A51}"/>
          </ac:spMkLst>
        </pc:spChg>
        <pc:picChg chg="mod">
          <ac:chgData name="Ganesh Abburi" userId="ae2190304c8bc6ad" providerId="LiveId" clId="{FB8C4902-EB0D-4384-A140-9C44D51DBDEC}" dt="2026-07-25T07:36:49.824" v="127" actId="1076"/>
          <ac:picMkLst>
            <pc:docMk/>
            <pc:sldMk cId="3689277865" sldId="269"/>
            <ac:picMk id="4" creationId="{508F0F30-52B7-0EF5-20F3-22E88F88E957}"/>
          </ac:picMkLst>
        </pc:picChg>
        <pc:picChg chg="mod">
          <ac:chgData name="Ganesh Abburi" userId="ae2190304c8bc6ad" providerId="LiveId" clId="{FB8C4902-EB0D-4384-A140-9C44D51DBDEC}" dt="2026-07-25T07:36:55.855" v="128" actId="1076"/>
          <ac:picMkLst>
            <pc:docMk/>
            <pc:sldMk cId="3689277865" sldId="269"/>
            <ac:picMk id="5" creationId="{30CD430E-50E6-0FEF-FF5B-F55E95ECA284}"/>
          </ac:picMkLst>
        </pc:picChg>
        <pc:picChg chg="mod">
          <ac:chgData name="Ganesh Abburi" userId="ae2190304c8bc6ad" providerId="LiveId" clId="{FB8C4902-EB0D-4384-A140-9C44D51DBDEC}" dt="2026-07-25T07:38:53.775" v="144" actId="14100"/>
          <ac:picMkLst>
            <pc:docMk/>
            <pc:sldMk cId="3689277865" sldId="269"/>
            <ac:picMk id="2050" creationId="{6E97B8A3-FC23-017B-0C23-6092E75EC161}"/>
          </ac:picMkLst>
        </pc:picChg>
      </pc:sldChg>
      <pc:sldChg chg="modSp mod">
        <pc:chgData name="Ganesh Abburi" userId="ae2190304c8bc6ad" providerId="LiveId" clId="{FB8C4902-EB0D-4384-A140-9C44D51DBDEC}" dt="2026-07-25T07:38:32.063" v="139" actId="1076"/>
        <pc:sldMkLst>
          <pc:docMk/>
          <pc:sldMk cId="3915722001" sldId="272"/>
        </pc:sldMkLst>
        <pc:spChg chg="mod">
          <ac:chgData name="Ganesh Abburi" userId="ae2190304c8bc6ad" providerId="LiveId" clId="{FB8C4902-EB0D-4384-A140-9C44D51DBDEC}" dt="2026-07-25T07:38:32.063" v="139" actId="1076"/>
          <ac:spMkLst>
            <pc:docMk/>
            <pc:sldMk cId="3915722001" sldId="272"/>
            <ac:spMk id="5" creationId="{F9A8AC6D-0F49-86E4-0405-CBA5B59F9F47}"/>
          </ac:spMkLst>
        </pc:spChg>
      </pc:sldChg>
      <pc:sldChg chg="modSp mod">
        <pc:chgData name="Ganesh Abburi" userId="ae2190304c8bc6ad" providerId="LiveId" clId="{FB8C4902-EB0D-4384-A140-9C44D51DBDEC}" dt="2026-07-25T07:44:39.123" v="198" actId="255"/>
        <pc:sldMkLst>
          <pc:docMk/>
          <pc:sldMk cId="365654269" sldId="279"/>
        </pc:sldMkLst>
        <pc:spChg chg="mod">
          <ac:chgData name="Ganesh Abburi" userId="ae2190304c8bc6ad" providerId="LiveId" clId="{FB8C4902-EB0D-4384-A140-9C44D51DBDEC}" dt="2026-07-25T07:44:39.123" v="198" actId="255"/>
          <ac:spMkLst>
            <pc:docMk/>
            <pc:sldMk cId="365654269" sldId="279"/>
            <ac:spMk id="2" creationId="{35F992CE-17CC-C2DE-651D-B4D03BF9D71D}"/>
          </ac:spMkLst>
        </pc:spChg>
      </pc:sldChg>
      <pc:sldChg chg="modSp mod">
        <pc:chgData name="Ganesh Abburi" userId="ae2190304c8bc6ad" providerId="LiveId" clId="{FB8C4902-EB0D-4384-A140-9C44D51DBDEC}" dt="2026-07-25T07:44:27.680" v="197" actId="1076"/>
        <pc:sldMkLst>
          <pc:docMk/>
          <pc:sldMk cId="1070967964" sldId="282"/>
        </pc:sldMkLst>
        <pc:spChg chg="mod">
          <ac:chgData name="Ganesh Abburi" userId="ae2190304c8bc6ad" providerId="LiveId" clId="{FB8C4902-EB0D-4384-A140-9C44D51DBDEC}" dt="2026-07-25T07:44:27.680" v="197" actId="1076"/>
          <ac:spMkLst>
            <pc:docMk/>
            <pc:sldMk cId="1070967964" sldId="282"/>
            <ac:spMk id="5" creationId="{CAEB8AA6-9926-7056-5EA4-5D91216E0EDD}"/>
          </ac:spMkLst>
        </pc:spChg>
        <pc:picChg chg="mod">
          <ac:chgData name="Ganesh Abburi" userId="ae2190304c8bc6ad" providerId="LiveId" clId="{FB8C4902-EB0D-4384-A140-9C44D51DBDEC}" dt="2026-07-25T07:44:22.793" v="196" actId="1076"/>
          <ac:picMkLst>
            <pc:docMk/>
            <pc:sldMk cId="1070967964" sldId="282"/>
            <ac:picMk id="3" creationId="{3809BC75-FB86-E7B3-B215-4BC8677990C3}"/>
          </ac:picMkLst>
        </pc:picChg>
      </pc:sldChg>
      <pc:sldChg chg="del">
        <pc:chgData name="Ganesh Abburi" userId="ae2190304c8bc6ad" providerId="LiveId" clId="{FB8C4902-EB0D-4384-A140-9C44D51DBDEC}" dt="2026-07-25T07:57:24.736" v="273" actId="2696"/>
        <pc:sldMkLst>
          <pc:docMk/>
          <pc:sldMk cId="1383304808" sldId="283"/>
        </pc:sldMkLst>
      </pc:sldChg>
      <pc:sldChg chg="addSp delSp modSp mod">
        <pc:chgData name="Ganesh Abburi" userId="ae2190304c8bc6ad" providerId="LiveId" clId="{FB8C4902-EB0D-4384-A140-9C44D51DBDEC}" dt="2026-07-25T07:59:42.550" v="286" actId="478"/>
        <pc:sldMkLst>
          <pc:docMk/>
          <pc:sldMk cId="2422711563" sldId="284"/>
        </pc:sldMkLst>
        <pc:spChg chg="mod">
          <ac:chgData name="Ganesh Abburi" userId="ae2190304c8bc6ad" providerId="LiveId" clId="{FB8C4902-EB0D-4384-A140-9C44D51DBDEC}" dt="2026-07-25T07:59:42.057" v="285" actId="14100"/>
          <ac:spMkLst>
            <pc:docMk/>
            <pc:sldMk cId="2422711563" sldId="284"/>
            <ac:spMk id="4" creationId="{93940937-D45D-BDA5-2BDB-1EF90D014128}"/>
          </ac:spMkLst>
        </pc:spChg>
        <pc:picChg chg="add del mod">
          <ac:chgData name="Ganesh Abburi" userId="ae2190304c8bc6ad" providerId="LiveId" clId="{FB8C4902-EB0D-4384-A140-9C44D51DBDEC}" dt="2026-07-25T07:59:42.550" v="286" actId="478"/>
          <ac:picMkLst>
            <pc:docMk/>
            <pc:sldMk cId="2422711563" sldId="284"/>
            <ac:picMk id="5" creationId="{E6735CAA-09B2-48C2-3C33-25696D97EE02}"/>
          </ac:picMkLst>
        </pc:picChg>
      </pc:sldChg>
      <pc:sldChg chg="modSp mod">
        <pc:chgData name="Ganesh Abburi" userId="ae2190304c8bc6ad" providerId="LiveId" clId="{FB8C4902-EB0D-4384-A140-9C44D51DBDEC}" dt="2026-07-25T07:44:51.803" v="199" actId="1076"/>
        <pc:sldMkLst>
          <pc:docMk/>
          <pc:sldMk cId="2970916463" sldId="285"/>
        </pc:sldMkLst>
        <pc:spChg chg="mod">
          <ac:chgData name="Ganesh Abburi" userId="ae2190304c8bc6ad" providerId="LiveId" clId="{FB8C4902-EB0D-4384-A140-9C44D51DBDEC}" dt="2026-07-25T07:44:51.803" v="199" actId="1076"/>
          <ac:spMkLst>
            <pc:docMk/>
            <pc:sldMk cId="2970916463" sldId="285"/>
            <ac:spMk id="5" creationId="{36FE4558-D236-C8DE-4454-B050A3FE21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0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0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0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0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0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box 1"/>
          <p:cNvSpPr/>
          <p:nvPr/>
        </p:nvSpPr>
        <p:spPr>
          <a:xfrm>
            <a:off x="1062311" y="1906069"/>
            <a:ext cx="10199737" cy="1547476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12700" algn="ctr" eaLnBrk="0">
              <a:lnSpc>
                <a:spcPct val="89000"/>
              </a:lnSpc>
            </a:pPr>
            <a:r>
              <a:rPr lang="en-US" sz="3200" b="1" i="0" u="non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Cloud-Enabled Book Sharing and Lending Management Platform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1C5DD-9BA9-EED2-60B4-D93662ED832C}"/>
              </a:ext>
            </a:extLst>
          </p:cNvPr>
          <p:cNvSpPr txBox="1"/>
          <p:nvPr/>
        </p:nvSpPr>
        <p:spPr>
          <a:xfrm>
            <a:off x="7405626" y="4543563"/>
            <a:ext cx="4935664" cy="1900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algn="just" eaLnBrk="0">
              <a:lnSpc>
                <a:spcPct val="89000"/>
              </a:lnSpc>
            </a:pPr>
            <a:r>
              <a:rPr lang="en-US" sz="2200" b="1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Presented</a:t>
            </a:r>
            <a:r>
              <a:rPr lang="en-US" sz="2200" b="1" kern="0" spc="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200" b="1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by: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2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E.Goutham-192311190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2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G.Abinay-192373062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2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Revanth Kumar-192372244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2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Ganesh Ram Kamal -192311183</a:t>
            </a:r>
          </a:p>
          <a:p>
            <a:pPr marL="12700" algn="just" eaLnBrk="0">
              <a:lnSpc>
                <a:spcPct val="89000"/>
              </a:lnSpc>
            </a:pPr>
            <a:endParaRPr lang="en-US" sz="2200" kern="0" spc="-5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9F4C7-A0E3-88EC-95EF-535E31847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671"/>
            <a:ext cx="12073811" cy="1267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BE1BDA-1545-603A-A987-C1835BCA48C3}"/>
              </a:ext>
            </a:extLst>
          </p:cNvPr>
          <p:cNvSpPr txBox="1"/>
          <p:nvPr/>
        </p:nvSpPr>
        <p:spPr>
          <a:xfrm>
            <a:off x="4133461" y="3238102"/>
            <a:ext cx="44507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CSA4305-Internet Programming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0FB18-935B-7DBF-7936-D224767E31C6}"/>
              </a:ext>
            </a:extLst>
          </p:cNvPr>
          <p:cNvSpPr txBox="1"/>
          <p:nvPr/>
        </p:nvSpPr>
        <p:spPr>
          <a:xfrm>
            <a:off x="671804" y="4543563"/>
            <a:ext cx="25659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D Sudhagar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8A55AD-ABDC-7DF9-5411-A05E993DDF3F}"/>
              </a:ext>
            </a:extLst>
          </p:cNvPr>
          <p:cNvSpPr txBox="1"/>
          <p:nvPr/>
        </p:nvSpPr>
        <p:spPr>
          <a:xfrm>
            <a:off x="1361837" y="838702"/>
            <a:ext cx="8958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5711C-B97D-9812-26C2-5A2F75101A51}"/>
              </a:ext>
            </a:extLst>
          </p:cNvPr>
          <p:cNvSpPr txBox="1"/>
          <p:nvPr/>
        </p:nvSpPr>
        <p:spPr>
          <a:xfrm>
            <a:off x="908694" y="1886047"/>
            <a:ext cx="6656657" cy="4307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centralized web platform that enables users to list, search, lend, and borrow books within a community. It promotes book sharing, reduces resource wastage, and encourages learning through an accessible, reliable, and user-friendly system. The platform also helps users connect easily with book owners, making the exchange process simple and efficient.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508F0F30-52B7-0EF5-20F3-22E88F88E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" y="52802"/>
            <a:ext cx="1135113" cy="1342898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0CD430E-50E6-0FEF-FF5B-F55E95ECA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52802"/>
            <a:ext cx="1520063" cy="1342898"/>
          </a:xfrm>
          <a:prstGeom prst="rect">
            <a:avLst/>
          </a:prstGeom>
        </p:spPr>
      </p:pic>
      <p:pic>
        <p:nvPicPr>
          <p:cNvPr id="2050" name="Picture 2" descr="15,000+ Book Exchange Stock Photos, Pictures &amp; Royalty-Free Images - iStock  | Neighborhood book exchange">
            <a:extLst>
              <a:ext uri="{FF2B5EF4-FFF2-40B4-BE49-F238E27FC236}">
                <a16:creationId xmlns:a16="http://schemas.microsoft.com/office/drawing/2014/main" id="{6E97B8A3-FC23-017B-0C23-6092E75EC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682" y="2192694"/>
            <a:ext cx="3722914" cy="36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27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textbox 4"/>
          <p:cNvSpPr/>
          <p:nvPr/>
        </p:nvSpPr>
        <p:spPr>
          <a:xfrm>
            <a:off x="491084" y="1258923"/>
            <a:ext cx="7318638" cy="5599077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just"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books is challenging for many students due to high costs and limited availability. A cloud-based book exchange platform enables users to lend, borrow, and share books within their community, promoting knowledge sharing and reducing resource wastage.</a:t>
            </a: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system is designed with two main modules: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Book Listing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Lending and borrowing Management</a:t>
            </a:r>
          </a:p>
        </p:txBody>
      </p:sp>
      <p:pic>
        <p:nvPicPr>
          <p:cNvPr id="2097154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86102" y="30087"/>
            <a:ext cx="1520063" cy="1342898"/>
          </a:xfrm>
          <a:prstGeom prst="rect">
            <a:avLst/>
          </a:prstGeom>
        </p:spPr>
      </p:pic>
      <p:pic>
        <p:nvPicPr>
          <p:cNvPr id="2097155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0"/>
            <a:ext cx="1135113" cy="1342898"/>
          </a:xfrm>
          <a:prstGeom prst="rect">
            <a:avLst/>
          </a:prstGeom>
        </p:spPr>
      </p:pic>
      <p:sp>
        <p:nvSpPr>
          <p:cNvPr id="1048578" name="textbox 7"/>
          <p:cNvSpPr/>
          <p:nvPr/>
        </p:nvSpPr>
        <p:spPr>
          <a:xfrm>
            <a:off x="4508588" y="445538"/>
            <a:ext cx="2861773" cy="624673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103000"/>
              </a:lnSpc>
            </a:pPr>
            <a:endParaRPr lang="Arial" altLang="Arial" sz="4000" b="1" dirty="0"/>
          </a:p>
          <a:p>
            <a:pPr marL="12700" algn="ctr" rtl="0" eaLnBrk="0">
              <a:lnSpc>
                <a:spcPct val="76000"/>
              </a:lnSpc>
            </a:pPr>
            <a:r>
              <a:rPr sz="4000" b="1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</a:t>
            </a:r>
            <a:r>
              <a:rPr lang="en-IN" sz="4000" b="1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ntroducti</a:t>
            </a:r>
            <a:r>
              <a:rPr lang="en-IN"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on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49985-FFA8-19C3-6ECC-2B94F73B3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43073" y="2082689"/>
            <a:ext cx="3867789" cy="42992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B16605E-173F-EBDC-505C-BF8DAC0968F2}"/>
              </a:ext>
            </a:extLst>
          </p:cNvPr>
          <p:cNvSpPr/>
          <p:nvPr/>
        </p:nvSpPr>
        <p:spPr>
          <a:xfrm>
            <a:off x="3329879" y="891614"/>
            <a:ext cx="5346909" cy="642926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eaLnBrk="0">
              <a:lnSpc>
                <a:spcPct val="103000"/>
              </a:lnSpc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Identification</a:t>
            </a:r>
            <a:endParaRPr lang="en-US" altLang="Calibri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F418C2A-FCCE-9C58-4B5A-251FD681B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42"/>
            <a:ext cx="1135113" cy="1342898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94953F47-ED93-16B0-3725-6CC6FFEC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03" y="191642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A8AC6D-0F49-86E4-0405-CBA5B59F9F47}"/>
              </a:ext>
            </a:extLst>
          </p:cNvPr>
          <p:cNvSpPr txBox="1"/>
          <p:nvPr/>
        </p:nvSpPr>
        <p:spPr>
          <a:xfrm>
            <a:off x="924908" y="2044143"/>
            <a:ext cx="9434559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 Issues: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lending and borrowing are often handled manually, making the process slow, unorganized, and difficult to track.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Platform: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cannot easily view available or borrowed books, leading to confusion and inefficient sharing.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Community Interaction: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lack of a common platform makes it difficult for book owners and borrowers to connect, reducing community participation.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72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14203" y="191642"/>
            <a:ext cx="1520063" cy="1342898"/>
          </a:xfrm>
          <a:prstGeom prst="rect">
            <a:avLst/>
          </a:prstGeom>
        </p:spPr>
      </p:pic>
      <p:pic>
        <p:nvPicPr>
          <p:cNvPr id="2097157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7352" y="191642"/>
            <a:ext cx="1135113" cy="1342898"/>
          </a:xfrm>
          <a:prstGeom prst="rect">
            <a:avLst/>
          </a:prstGeom>
        </p:spPr>
      </p:pic>
      <p:sp>
        <p:nvSpPr>
          <p:cNvPr id="1048580" name="textbox 11"/>
          <p:cNvSpPr/>
          <p:nvPr/>
        </p:nvSpPr>
        <p:spPr>
          <a:xfrm>
            <a:off x="1556084" y="614597"/>
            <a:ext cx="8815137" cy="6049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64145"/>
              </a:lnSpc>
            </a:pPr>
            <a:endParaRPr lang="Arial" altLang="Arial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 rtl="0" eaLnBrk="0">
              <a:lnSpc>
                <a:spcPct val="89000"/>
              </a:lnSpc>
            </a:pPr>
            <a:r>
              <a:rPr lang="en-US" sz="4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System Architecture Diagram</a:t>
            </a:r>
            <a:endParaRPr lang="Calibri" altLang="Calibri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82565B-E917-F59B-63BC-564E602AD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167" y="1759634"/>
            <a:ext cx="9512969" cy="44837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extbox 12"/>
          <p:cNvSpPr/>
          <p:nvPr/>
        </p:nvSpPr>
        <p:spPr>
          <a:xfrm>
            <a:off x="1492466" y="1913591"/>
            <a:ext cx="9472313" cy="4350851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2" name="textbox 13"/>
          <p:cNvSpPr/>
          <p:nvPr/>
        </p:nvSpPr>
        <p:spPr>
          <a:xfrm flipV="1">
            <a:off x="-23253848" y="1287767"/>
            <a:ext cx="49492628" cy="40309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4145"/>
              </a:lnSpc>
            </a:pPr>
            <a:endParaRPr lang="Arial" altLang="Arial" sz="600" dirty="0"/>
          </a:p>
          <a:p>
            <a:pPr marL="12700" algn="l" rtl="0" eaLnBrk="0">
              <a:lnSpc>
                <a:spcPct val="89000"/>
              </a:lnSpc>
            </a:pPr>
            <a:r>
              <a:rPr sz="7200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Literatur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72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Background</a:t>
            </a:r>
            <a:endParaRPr lang="Calibri" altLang="Calibri" sz="4400" dirty="0"/>
          </a:p>
        </p:txBody>
      </p:sp>
      <p:pic>
        <p:nvPicPr>
          <p:cNvPr id="2097158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14203" y="191642"/>
            <a:ext cx="1520063" cy="1342898"/>
          </a:xfrm>
          <a:prstGeom prst="rect">
            <a:avLst/>
          </a:prstGeom>
        </p:spPr>
      </p:pic>
      <p:pic>
        <p:nvPicPr>
          <p:cNvPr id="2097159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7352" y="191642"/>
            <a:ext cx="1135113" cy="13428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DB383A-DEB8-286E-5A81-EE0AEDC3EA8C}"/>
              </a:ext>
            </a:extLst>
          </p:cNvPr>
          <p:cNvSpPr txBox="1"/>
          <p:nvPr/>
        </p:nvSpPr>
        <p:spPr>
          <a:xfrm>
            <a:off x="1782680" y="761647"/>
            <a:ext cx="8197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0B274-16A7-D2D1-126C-ADF3B19302AC}"/>
              </a:ext>
            </a:extLst>
          </p:cNvPr>
          <p:cNvSpPr txBox="1"/>
          <p:nvPr/>
        </p:nvSpPr>
        <p:spPr>
          <a:xfrm>
            <a:off x="2200275" y="2198631"/>
            <a:ext cx="7010400" cy="2697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&amp; Profile Management</a:t>
            </a:r>
          </a:p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</a:t>
            </a:r>
          </a:p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Exchange &amp; Lending Management</a:t>
            </a:r>
          </a:p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&amp; Admin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1ED88-18BD-4704-578A-8F8859B9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extbox 12">
            <a:extLst>
              <a:ext uri="{FF2B5EF4-FFF2-40B4-BE49-F238E27FC236}">
                <a16:creationId xmlns:a16="http://schemas.microsoft.com/office/drawing/2014/main" id="{950BAFC6-DA45-10CE-884C-1E2FA57F9C6A}"/>
              </a:ext>
            </a:extLst>
          </p:cNvPr>
          <p:cNvSpPr/>
          <p:nvPr/>
        </p:nvSpPr>
        <p:spPr>
          <a:xfrm>
            <a:off x="1492466" y="1913591"/>
            <a:ext cx="9472313" cy="4350851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2" name="textbox 13">
            <a:extLst>
              <a:ext uri="{FF2B5EF4-FFF2-40B4-BE49-F238E27FC236}">
                <a16:creationId xmlns:a16="http://schemas.microsoft.com/office/drawing/2014/main" id="{17F46BD4-B693-CC80-01BA-9E1F50EDF3FB}"/>
              </a:ext>
            </a:extLst>
          </p:cNvPr>
          <p:cNvSpPr/>
          <p:nvPr/>
        </p:nvSpPr>
        <p:spPr>
          <a:xfrm flipV="1">
            <a:off x="-23253848" y="1287767"/>
            <a:ext cx="49492628" cy="40309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4145"/>
              </a:lnSpc>
            </a:pPr>
            <a:endParaRPr lang="Arial" altLang="Arial" sz="600" dirty="0"/>
          </a:p>
          <a:p>
            <a:pPr marL="12700" algn="l" rtl="0" eaLnBrk="0">
              <a:lnSpc>
                <a:spcPct val="89000"/>
              </a:lnSpc>
            </a:pPr>
            <a:r>
              <a:rPr sz="7200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Literatur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72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Background</a:t>
            </a:r>
            <a:endParaRPr lang="Calibri" altLang="Calibri" sz="4400" dirty="0"/>
          </a:p>
        </p:txBody>
      </p:sp>
      <p:pic>
        <p:nvPicPr>
          <p:cNvPr id="2097158" name="picture 14">
            <a:extLst>
              <a:ext uri="{FF2B5EF4-FFF2-40B4-BE49-F238E27FC236}">
                <a16:creationId xmlns:a16="http://schemas.microsoft.com/office/drawing/2014/main" id="{F332B4A5-897B-6B0E-3E5A-5AE91A446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75400"/>
            <a:ext cx="1520063" cy="1342898"/>
          </a:xfrm>
          <a:prstGeom prst="rect">
            <a:avLst/>
          </a:prstGeom>
        </p:spPr>
      </p:pic>
      <p:pic>
        <p:nvPicPr>
          <p:cNvPr id="2097159" name="picture 15">
            <a:extLst>
              <a:ext uri="{FF2B5EF4-FFF2-40B4-BE49-F238E27FC236}">
                <a16:creationId xmlns:a16="http://schemas.microsoft.com/office/drawing/2014/main" id="{EF457A4C-A496-AA22-ABAE-2C5211D17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75401"/>
            <a:ext cx="1135113" cy="13428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CE0EEB-E680-48BA-44D2-C7BDADD120B0}"/>
              </a:ext>
            </a:extLst>
          </p:cNvPr>
          <p:cNvSpPr txBox="1"/>
          <p:nvPr/>
        </p:nvSpPr>
        <p:spPr>
          <a:xfrm>
            <a:off x="1791186" y="1030371"/>
            <a:ext cx="8609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Profile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40937-D45D-BDA5-2BDB-1EF90D014128}"/>
              </a:ext>
            </a:extLst>
          </p:cNvPr>
          <p:cNvSpPr txBox="1"/>
          <p:nvPr/>
        </p:nvSpPr>
        <p:spPr>
          <a:xfrm>
            <a:off x="725290" y="1810987"/>
            <a:ext cx="8316585" cy="442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user accounts securely.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Login/Logout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Reset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Management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(User/Admin) 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details (name, email, password)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Authenticated user account and profile</a:t>
            </a:r>
          </a:p>
          <a:p>
            <a:pPr algn="just">
              <a:lnSpc>
                <a:spcPct val="150000"/>
              </a:lnSpc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35CAA-09B2-48C2-3C33-25696D97E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990235"/>
            <a:ext cx="5618359" cy="369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11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370CD-6272-B0F3-B720-7E4DBD798D86}"/>
              </a:ext>
            </a:extLst>
          </p:cNvPr>
          <p:cNvSpPr txBox="1"/>
          <p:nvPr/>
        </p:nvSpPr>
        <p:spPr>
          <a:xfrm>
            <a:off x="1492465" y="868121"/>
            <a:ext cx="83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Book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AD436B00-E2CA-7F71-F7D5-264B6C7B7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" y="48443"/>
            <a:ext cx="1135113" cy="1342898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3C5E373B-478D-000C-F123-49DA5EF88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48443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06F0FC-1D05-B214-BE44-25D0BBE93C99}"/>
              </a:ext>
            </a:extLst>
          </p:cNvPr>
          <p:cNvSpPr txBox="1"/>
          <p:nvPr/>
        </p:nvSpPr>
        <p:spPr>
          <a:xfrm>
            <a:off x="502598" y="1680352"/>
            <a:ext cx="6380961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users to add and manage books for exchange or lending.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Book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Edit/Delete Book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Book Cover Image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 Books (Novel, Academic, Magazine, etc.)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Available Books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title, author, category, description, availability.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in the cloud database.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E8D719-F617-7313-725F-75C45384B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559" y="1862547"/>
            <a:ext cx="5150707" cy="3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7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2EDBF-60E1-802F-C345-731266E8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9EB7EC-2BB5-14F0-88BA-2427F5EE912B}"/>
              </a:ext>
            </a:extLst>
          </p:cNvPr>
          <p:cNvSpPr txBox="1"/>
          <p:nvPr/>
        </p:nvSpPr>
        <p:spPr>
          <a:xfrm>
            <a:off x="1623093" y="1011320"/>
            <a:ext cx="83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Book Exchange &amp; Lending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28A2B7A8-96FE-8E7F-4551-097608DF0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30" y="0"/>
            <a:ext cx="1135113" cy="1342898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7A515CCA-3E66-43D2-4594-BA110F2B6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D2DD4D-DE09-26F7-8278-110449D66A3D}"/>
              </a:ext>
            </a:extLst>
          </p:cNvPr>
          <p:cNvSpPr txBox="1"/>
          <p:nvPr/>
        </p:nvSpPr>
        <p:spPr>
          <a:xfrm>
            <a:off x="485050" y="1829209"/>
            <a:ext cx="5981063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borrowing and lending requests.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Books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Borrow Request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Accept/Reject Request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Borrowing Status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Book Confirmation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Borrowing History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request from borrower.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Updated lending status and borrowing records.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D133C5-1392-ED6B-BC52-F09984FD4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703" y="1829209"/>
            <a:ext cx="5992970" cy="447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03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1336-BAF3-D5C1-265C-CDCA24E09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343A55-9224-4A7B-9947-3EBBE13CE9BF}"/>
              </a:ext>
            </a:extLst>
          </p:cNvPr>
          <p:cNvSpPr txBox="1"/>
          <p:nvPr/>
        </p:nvSpPr>
        <p:spPr>
          <a:xfrm>
            <a:off x="1492465" y="1011320"/>
            <a:ext cx="83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Cloud Storage &amp; Admin Dashboard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7FFF433B-57E7-27CA-301E-C82E6BFB3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" y="56736"/>
            <a:ext cx="1135113" cy="1342898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46EA24DF-1C49-7C11-0463-0CC624BF0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848" y="56736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FE4558-D236-C8DE-4454-B050A3FE2126}"/>
              </a:ext>
            </a:extLst>
          </p:cNvPr>
          <p:cNvSpPr txBox="1"/>
          <p:nvPr/>
        </p:nvSpPr>
        <p:spPr>
          <a:xfrm>
            <a:off x="286752" y="1810958"/>
            <a:ext cx="7224391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the platform and store data securely on the cloud.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Integration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Book Images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Lending Activities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(Users, Books, Transactions)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data from users and books.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Administrative reports, analytics, and secure cloud-based data management.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993A1-FF43-1368-6804-1418578D2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637" y="1955194"/>
            <a:ext cx="5148274" cy="389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16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1"/>
            <a:ext cx="1520063" cy="1342898"/>
          </a:xfrm>
          <a:prstGeom prst="rect">
            <a:avLst/>
          </a:prstGeom>
        </p:spPr>
      </p:pic>
      <p:sp>
        <p:nvSpPr>
          <p:cNvPr id="1048595" name="textbox 39"/>
          <p:cNvSpPr/>
          <p:nvPr/>
        </p:nvSpPr>
        <p:spPr>
          <a:xfrm>
            <a:off x="4536721" y="361521"/>
            <a:ext cx="3118557" cy="6198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5935"/>
              </a:lnSpc>
            </a:pPr>
            <a:endParaRPr lang="Arial" altLang="Arial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40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Future</a:t>
            </a:r>
            <a:r>
              <a:rPr sz="4000" b="1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40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Scope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7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0"/>
            <a:ext cx="113511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1A1442-AA00-297A-5CFE-D1B9037715C1}"/>
              </a:ext>
            </a:extLst>
          </p:cNvPr>
          <p:cNvSpPr txBox="1"/>
          <p:nvPr/>
        </p:nvSpPr>
        <p:spPr>
          <a:xfrm>
            <a:off x="725290" y="1823462"/>
            <a:ext cx="9600023" cy="430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can be further improved by adding user ratings and reviews to build trust, barcode scanning for quick book listing, multilingual support for wider accessibility, and AI-based recommendations to suggest books based on user interests and activity.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Support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Adding multilingual features to make the platform usable for a wider, diverse audience.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Implementing machine learning algorithms to suggest books based on user behavior and past activity.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88EA-DA1C-7B57-4A71-DA2893D1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picture 35">
            <a:extLst>
              <a:ext uri="{FF2B5EF4-FFF2-40B4-BE49-F238E27FC236}">
                <a16:creationId xmlns:a16="http://schemas.microsoft.com/office/drawing/2014/main" id="{6DAE7B7A-905A-5BB4-314F-D01AA0A6E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1"/>
            <a:ext cx="1520063" cy="1342898"/>
          </a:xfrm>
          <a:prstGeom prst="rect">
            <a:avLst/>
          </a:prstGeom>
        </p:spPr>
      </p:pic>
      <p:pic>
        <p:nvPicPr>
          <p:cNvPr id="2097169" name="picture 36">
            <a:extLst>
              <a:ext uri="{FF2B5EF4-FFF2-40B4-BE49-F238E27FC236}">
                <a16:creationId xmlns:a16="http://schemas.microsoft.com/office/drawing/2014/main" id="{72741393-A02E-4E16-486E-0CBE2709A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0"/>
            <a:ext cx="1135113" cy="1342898"/>
          </a:xfrm>
          <a:prstGeom prst="rect">
            <a:avLst/>
          </a:prstGeom>
        </p:spPr>
      </p:pic>
      <p:sp>
        <p:nvSpPr>
          <p:cNvPr id="4" name="textbox 30">
            <a:extLst>
              <a:ext uri="{FF2B5EF4-FFF2-40B4-BE49-F238E27FC236}">
                <a16:creationId xmlns:a16="http://schemas.microsoft.com/office/drawing/2014/main" id="{86F7D276-7D7C-C39D-9901-80855B1235D3}"/>
              </a:ext>
            </a:extLst>
          </p:cNvPr>
          <p:cNvSpPr/>
          <p:nvPr/>
        </p:nvSpPr>
        <p:spPr>
          <a:xfrm>
            <a:off x="3053159" y="330516"/>
            <a:ext cx="5023272" cy="69843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3341"/>
              </a:lnSpc>
            </a:pPr>
            <a:endParaRPr lang="Arial" altLang="Arial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 rtl="0" eaLnBrk="0">
              <a:lnSpc>
                <a:spcPts val="5419"/>
              </a:lnSpc>
            </a:pPr>
            <a:r>
              <a:rPr lang="en-US"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Conclusion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B8AA6-9926-7056-5EA4-5D91216E0EDD}"/>
              </a:ext>
            </a:extLst>
          </p:cNvPr>
          <p:cNvSpPr txBox="1"/>
          <p:nvPr/>
        </p:nvSpPr>
        <p:spPr>
          <a:xfrm>
            <a:off x="665747" y="1845846"/>
            <a:ext cx="6978316" cy="5538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cloud-based book exchange and lending platform successfully addresses the need for a community-driven system that promotes sharing, reduces book wastage, and enhances access to educational resources.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cloud-based technology can be effectively used to build sustainable, accessible, and socially impactful solutions for community sharing.</a:t>
            </a:r>
          </a:p>
          <a:p>
            <a:pPr algn="just">
              <a:lnSpc>
                <a:spcPct val="200000"/>
              </a:lnSpc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0" i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9BC75-FB86-E7B3-B215-4BC867799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389" y="2200190"/>
            <a:ext cx="3376864" cy="36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67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>
            <a:extLst>
              <a:ext uri="{FF2B5EF4-FFF2-40B4-BE49-F238E27FC236}">
                <a16:creationId xmlns:a16="http://schemas.microsoft.com/office/drawing/2014/main" id="{B598E9B7-0268-236D-140F-4C8190F78878}"/>
              </a:ext>
            </a:extLst>
          </p:cNvPr>
          <p:cNvSpPr/>
          <p:nvPr/>
        </p:nvSpPr>
        <p:spPr>
          <a:xfrm>
            <a:off x="3277094" y="297623"/>
            <a:ext cx="5023272" cy="69843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3341"/>
              </a:lnSpc>
            </a:pPr>
            <a:endParaRPr lang="Arial" altLang="Arial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 rtl="0" eaLnBrk="0">
              <a:lnSpc>
                <a:spcPts val="5419"/>
              </a:lnSpc>
            </a:pPr>
            <a:r>
              <a:rPr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</a:t>
            </a:r>
            <a:r>
              <a:rPr lang="en-US"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ferences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EDF0A-5DE1-3F71-6041-865D011EF6B8}"/>
              </a:ext>
            </a:extLst>
          </p:cNvPr>
          <p:cNvSpPr txBox="1"/>
          <p:nvPr/>
        </p:nvSpPr>
        <p:spPr>
          <a:xfrm>
            <a:off x="705853" y="1637426"/>
            <a:ext cx="10659979" cy="4922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Sharma and A. K. Sharma, "Cloud computing for library services: A conceptual framework,"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178, no. 7, pp. 9–13, Nov. 2017.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Qian, Z. Luo, Y. Du, and L. Guo, "Cloud computing: An overview," in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1st Int. Conf. Cloud Computer.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Beijing, China, Dec. 2009, pp. 626–631.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Hossain and M. S. Hossain, "Design and implementation of a digital library management system using cloud storage,"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Science Issues (IJCSI)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19, no. 1, pp. 15–22, Jan. 2022.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6">
            <a:extLst>
              <a:ext uri="{FF2B5EF4-FFF2-40B4-BE49-F238E27FC236}">
                <a16:creationId xmlns:a16="http://schemas.microsoft.com/office/drawing/2014/main" id="{EFCB4878-4E9F-1D16-3379-F6FE283FF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37" y="87368"/>
            <a:ext cx="1135113" cy="1342898"/>
          </a:xfrm>
          <a:prstGeom prst="rect">
            <a:avLst/>
          </a:prstGeom>
        </p:spPr>
      </p:pic>
      <p:pic>
        <p:nvPicPr>
          <p:cNvPr id="5" name="picture 35">
            <a:extLst>
              <a:ext uri="{FF2B5EF4-FFF2-40B4-BE49-F238E27FC236}">
                <a16:creationId xmlns:a16="http://schemas.microsoft.com/office/drawing/2014/main" id="{2A06B80F-5C01-9F85-3B26-B47DEA13B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900" y="87368"/>
            <a:ext cx="1520063" cy="13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62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>
            <a:extLst>
              <a:ext uri="{FF2B5EF4-FFF2-40B4-BE49-F238E27FC236}">
                <a16:creationId xmlns:a16="http://schemas.microsoft.com/office/drawing/2014/main" id="{35F992CE-17CC-C2DE-651D-B4D03BF9D71D}"/>
              </a:ext>
            </a:extLst>
          </p:cNvPr>
          <p:cNvSpPr/>
          <p:nvPr/>
        </p:nvSpPr>
        <p:spPr>
          <a:xfrm>
            <a:off x="3126877" y="2903621"/>
            <a:ext cx="6109502" cy="89835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12700" algn="ctr" rtl="0" eaLnBrk="0">
              <a:lnSpc>
                <a:spcPts val="5419"/>
              </a:lnSpc>
            </a:pPr>
            <a:r>
              <a:rPr lang="en-US" sz="70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Thank you!</a:t>
            </a:r>
            <a:endParaRPr lang="Calibri" altLang="Calibri" sz="7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36">
            <a:extLst>
              <a:ext uri="{FF2B5EF4-FFF2-40B4-BE49-F238E27FC236}">
                <a16:creationId xmlns:a16="http://schemas.microsoft.com/office/drawing/2014/main" id="{DBCA9BA2-E82E-037B-08EB-34C23C094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37" y="87368"/>
            <a:ext cx="1135113" cy="1342898"/>
          </a:xfrm>
          <a:prstGeom prst="rect">
            <a:avLst/>
          </a:prstGeom>
        </p:spPr>
      </p:pic>
      <p:pic>
        <p:nvPicPr>
          <p:cNvPr id="4" name="picture 35">
            <a:extLst>
              <a:ext uri="{FF2B5EF4-FFF2-40B4-BE49-F238E27FC236}">
                <a16:creationId xmlns:a16="http://schemas.microsoft.com/office/drawing/2014/main" id="{67E19981-F134-EBDE-B24D-813E2B741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900" y="87368"/>
            <a:ext cx="1520063" cy="13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5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796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Ganesh Abburi</cp:lastModifiedBy>
  <cp:revision>50</cp:revision>
  <dcterms:created xsi:type="dcterms:W3CDTF">2025-02-24T00:33:12Z</dcterms:created>
  <dcterms:modified xsi:type="dcterms:W3CDTF">2026-07-25T07:59:42Z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wqlLaW5nc29mdCBQREYgdG8gV1BTIDkwQg</vt:lpwstr>
  </property>
  <property fmtid="{D5CDD505-2E9C-101B-9397-08002B2CF9AE}" pid="3" name="Created">
    <vt:filetime>2025-02-27T22:57:18Z</vt:filetime>
  </property>
</Properties>
</file>